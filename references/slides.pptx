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4"/>
    <p:sldMasterId id="214748369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Roboto"/>
      <p:regular r:id="rId28"/>
      <p:bold r:id="rId29"/>
      <p:italic r:id="rId30"/>
      <p:boldItalic r:id="rId31"/>
    </p:embeddedFont>
    <p:embeddedFont>
      <p:font typeface="Maven Pro SemiBold"/>
      <p:regular r:id="rId32"/>
      <p:bold r:id="rId33"/>
    </p:embeddedFont>
    <p:embeddedFont>
      <p:font typeface="Montserrat"/>
      <p:regular r:id="rId34"/>
      <p:bold r:id="rId35"/>
      <p:italic r:id="rId36"/>
      <p:boldItalic r:id="rId37"/>
    </p:embeddedFont>
    <p:embeddedFont>
      <p:font typeface="Lato"/>
      <p:regular r:id="rId38"/>
      <p:bold r:id="rId39"/>
      <p:italic r:id="rId40"/>
      <p:boldItalic r:id="rId41"/>
    </p:embeddedFont>
    <p:embeddedFont>
      <p:font typeface="MuseoModerno"/>
      <p:regular r:id="rId42"/>
      <p:bold r:id="rId43"/>
      <p:italic r:id="rId44"/>
      <p:boldItalic r:id="rId45"/>
    </p:embeddedFont>
    <p:embeddedFont>
      <p:font typeface="Montserrat Medium"/>
      <p:regular r:id="rId46"/>
      <p:bold r:id="rId47"/>
      <p:italic r:id="rId48"/>
      <p:boldItalic r:id="rId49"/>
    </p:embeddedFont>
    <p:embeddedFont>
      <p:font typeface="Maven Pro"/>
      <p:regular r:id="rId50"/>
      <p:bold r:id="rId51"/>
    </p:embeddedFont>
    <p:embeddedFont>
      <p:font typeface="Montserrat Light"/>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42" Type="http://schemas.openxmlformats.org/officeDocument/2006/relationships/font" Target="fonts/MuseoModerno-regular.fntdata"/><Relationship Id="rId41" Type="http://schemas.openxmlformats.org/officeDocument/2006/relationships/font" Target="fonts/Lato-boldItalic.fntdata"/><Relationship Id="rId44" Type="http://schemas.openxmlformats.org/officeDocument/2006/relationships/font" Target="fonts/MuseoModerno-italic.fntdata"/><Relationship Id="rId43" Type="http://schemas.openxmlformats.org/officeDocument/2006/relationships/font" Target="fonts/MuseoModerno-bold.fntdata"/><Relationship Id="rId46" Type="http://schemas.openxmlformats.org/officeDocument/2006/relationships/font" Target="fonts/MontserratMedium-regular.fntdata"/><Relationship Id="rId45" Type="http://schemas.openxmlformats.org/officeDocument/2006/relationships/font" Target="fonts/MuseoModern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MontserratMedium-italic.fntdata"/><Relationship Id="rId47" Type="http://schemas.openxmlformats.org/officeDocument/2006/relationships/font" Target="fonts/MontserratMedium-bold.fntdata"/><Relationship Id="rId49" Type="http://schemas.openxmlformats.org/officeDocument/2006/relationships/font" Target="fonts/MontserratMedium-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33" Type="http://schemas.openxmlformats.org/officeDocument/2006/relationships/font" Target="fonts/MavenProSemiBold-bold.fntdata"/><Relationship Id="rId32" Type="http://schemas.openxmlformats.org/officeDocument/2006/relationships/font" Target="fonts/MavenProSemiBold-regular.fntdata"/><Relationship Id="rId35" Type="http://schemas.openxmlformats.org/officeDocument/2006/relationships/font" Target="fonts/Montserrat-bold.fntdata"/><Relationship Id="rId34" Type="http://schemas.openxmlformats.org/officeDocument/2006/relationships/font" Target="fonts/Montserrat-regular.fntdata"/><Relationship Id="rId37" Type="http://schemas.openxmlformats.org/officeDocument/2006/relationships/font" Target="fonts/Montserrat-boldItalic.fntdata"/><Relationship Id="rId36" Type="http://schemas.openxmlformats.org/officeDocument/2006/relationships/font" Target="fonts/Montserrat-italic.fntdata"/><Relationship Id="rId39" Type="http://schemas.openxmlformats.org/officeDocument/2006/relationships/font" Target="fonts/Lato-bold.fntdata"/><Relationship Id="rId38" Type="http://schemas.openxmlformats.org/officeDocument/2006/relationships/font" Target="fonts/Lato-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regular.fntdata"/><Relationship Id="rId27" Type="http://schemas.openxmlformats.org/officeDocument/2006/relationships/slide" Target="slides/slide21.xml"/><Relationship Id="rId29" Type="http://schemas.openxmlformats.org/officeDocument/2006/relationships/font" Target="fonts/Roboto-bold.fntdata"/><Relationship Id="rId51" Type="http://schemas.openxmlformats.org/officeDocument/2006/relationships/font" Target="fonts/MavenPro-bold.fntdata"/><Relationship Id="rId50" Type="http://schemas.openxmlformats.org/officeDocument/2006/relationships/font" Target="fonts/MavenPro-regular.fntdata"/><Relationship Id="rId53" Type="http://schemas.openxmlformats.org/officeDocument/2006/relationships/font" Target="fonts/MontserratLight-bold.fntdata"/><Relationship Id="rId52" Type="http://schemas.openxmlformats.org/officeDocument/2006/relationships/font" Target="fonts/MontserratLight-regular.fntdata"/><Relationship Id="rId11" Type="http://schemas.openxmlformats.org/officeDocument/2006/relationships/slide" Target="slides/slide5.xml"/><Relationship Id="rId55" Type="http://schemas.openxmlformats.org/officeDocument/2006/relationships/font" Target="fonts/MontserratLight-boldItalic.fntdata"/><Relationship Id="rId10" Type="http://schemas.openxmlformats.org/officeDocument/2006/relationships/slide" Target="slides/slide4.xml"/><Relationship Id="rId54" Type="http://schemas.openxmlformats.org/officeDocument/2006/relationships/font" Target="fonts/MontserratLight-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c7a9fa4668_3_25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3c7a9fa4668_3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c7dffcb1ea_2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c7dffcb1ea_2_8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c7a9fa466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c7a9fa466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c7dffcb1ea_2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g3c7dffcb1ea_2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c7dffcb1ea_2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c7dffcb1ea_2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c7dffcb1ea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3" name="Google Shape;553;g3c7dffcb1ea_2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c7dffcb1e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c7dffcb1e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c7dffcb1ea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8" name="Google Shape;698;g3c7dffcb1ea_2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c7a9fa4668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c7a9fa4668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c7dffcb1ea_2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c7dffcb1ea_2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c7dffcb1ea_1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3c7dffcb1ea_1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c7a9fa4668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4" name="Google Shape;874;g3c7a9fa4668_0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c7a9fa4668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c7a9fa4668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93eb44f721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393eb44f721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c7dffcb1ea_2_10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1" name="Google Shape;1011;g3c7dffcb1ea_2_10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93eb44f721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393eb44f721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3c7a9fa4668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7" name="Google Shape;1067;g3c7a9fa4668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c7a9fa4668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4" name="Google Shape;1074;g3c7a9fa4668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c7dffcb1ea_1_1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3c7dffcb1ea_1_1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3c7dffcb1ea_1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g3c7dffcb1ea_1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c7a9fa4668_3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4" name="Google Shape;1094;g3c7a9fa4668_3_6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3" name="Shape 133"/>
        <p:cNvGrpSpPr/>
        <p:nvPr/>
      </p:nvGrpSpPr>
      <p:grpSpPr>
        <a:xfrm>
          <a:off x="0" y="0"/>
          <a:ext cx="0" cy="0"/>
          <a:chOff x="0" y="0"/>
          <a:chExt cx="0" cy="0"/>
        </a:xfrm>
      </p:grpSpPr>
      <p:sp>
        <p:nvSpPr>
          <p:cNvPr id="134" name="Google Shape;134;p14"/>
          <p:cNvSpPr txBox="1"/>
          <p:nvPr>
            <p:ph type="ctrTitle"/>
          </p:nvPr>
        </p:nvSpPr>
        <p:spPr>
          <a:xfrm>
            <a:off x="681600" y="980400"/>
            <a:ext cx="7780800" cy="2390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135" name="Google Shape;135;p14"/>
          <p:cNvSpPr txBox="1"/>
          <p:nvPr>
            <p:ph idx="1" type="subTitle"/>
          </p:nvPr>
        </p:nvSpPr>
        <p:spPr>
          <a:xfrm>
            <a:off x="681600" y="3370500"/>
            <a:ext cx="77808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136" name="Google Shape;136;p14"/>
          <p:cNvPicPr preferRelativeResize="0"/>
          <p:nvPr/>
        </p:nvPicPr>
        <p:blipFill rotWithShape="1">
          <a:blip r:embed="rId2">
            <a:alphaModFix/>
          </a:blip>
          <a:srcRect b="0" l="0" r="0" t="0"/>
          <a:stretch/>
        </p:blipFill>
        <p:spPr>
          <a:xfrm rot="-1800001">
            <a:off x="420499" y="3086025"/>
            <a:ext cx="1630675" cy="1834948"/>
          </a:xfrm>
          <a:prstGeom prst="rect">
            <a:avLst/>
          </a:prstGeom>
          <a:noFill/>
          <a:ln>
            <a:noFill/>
          </a:ln>
        </p:spPr>
      </p:pic>
      <p:pic>
        <p:nvPicPr>
          <p:cNvPr id="137" name="Google Shape;137;p14"/>
          <p:cNvPicPr preferRelativeResize="0"/>
          <p:nvPr/>
        </p:nvPicPr>
        <p:blipFill rotWithShape="1">
          <a:blip r:embed="rId3">
            <a:alphaModFix/>
          </a:blip>
          <a:srcRect b="0" l="0" r="0" t="0"/>
          <a:stretch/>
        </p:blipFill>
        <p:spPr>
          <a:xfrm>
            <a:off x="6104900" y="2950426"/>
            <a:ext cx="5430749" cy="4254799"/>
          </a:xfrm>
          <a:prstGeom prst="rect">
            <a:avLst/>
          </a:prstGeom>
          <a:noFill/>
          <a:ln>
            <a:noFill/>
          </a:ln>
        </p:spPr>
      </p:pic>
      <p:pic>
        <p:nvPicPr>
          <p:cNvPr id="138" name="Google Shape;138;p14"/>
          <p:cNvPicPr preferRelativeResize="0"/>
          <p:nvPr/>
        </p:nvPicPr>
        <p:blipFill rotWithShape="1">
          <a:blip r:embed="rId4">
            <a:alphaModFix/>
          </a:blip>
          <a:srcRect b="0" l="0" r="0" t="0"/>
          <a:stretch/>
        </p:blipFill>
        <p:spPr>
          <a:xfrm rot="8100000">
            <a:off x="879546" y="3611207"/>
            <a:ext cx="784589" cy="784589"/>
          </a:xfrm>
          <a:prstGeom prst="rect">
            <a:avLst/>
          </a:prstGeom>
          <a:noFill/>
          <a:ln>
            <a:noFill/>
          </a:ln>
        </p:spPr>
      </p:pic>
      <p:pic>
        <p:nvPicPr>
          <p:cNvPr id="139" name="Google Shape;139;p14"/>
          <p:cNvPicPr preferRelativeResize="0"/>
          <p:nvPr/>
        </p:nvPicPr>
        <p:blipFill rotWithShape="1">
          <a:blip r:embed="rId4">
            <a:alphaModFix/>
          </a:blip>
          <a:srcRect b="0" l="0" r="0" t="0"/>
          <a:stretch/>
        </p:blipFill>
        <p:spPr>
          <a:xfrm rot="1164674">
            <a:off x="439471" y="340789"/>
            <a:ext cx="784588" cy="784588"/>
          </a:xfrm>
          <a:prstGeom prst="rect">
            <a:avLst/>
          </a:prstGeom>
          <a:noFill/>
          <a:ln>
            <a:noFill/>
          </a:ln>
        </p:spPr>
      </p:pic>
      <p:pic>
        <p:nvPicPr>
          <p:cNvPr id="140" name="Google Shape;140;p14"/>
          <p:cNvPicPr preferRelativeResize="0"/>
          <p:nvPr/>
        </p:nvPicPr>
        <p:blipFill rotWithShape="1">
          <a:blip r:embed="rId5">
            <a:alphaModFix/>
          </a:blip>
          <a:srcRect b="0" l="0" r="0" t="0"/>
          <a:stretch/>
        </p:blipFill>
        <p:spPr>
          <a:xfrm flipH="1" rot="4690383">
            <a:off x="7841862" y="108234"/>
            <a:ext cx="1064275" cy="112648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1" name="Shape 141"/>
        <p:cNvGrpSpPr/>
        <p:nvPr/>
      </p:nvGrpSpPr>
      <p:grpSpPr>
        <a:xfrm>
          <a:off x="0" y="0"/>
          <a:ext cx="0" cy="0"/>
          <a:chOff x="0" y="0"/>
          <a:chExt cx="0" cy="0"/>
        </a:xfrm>
      </p:grpSpPr>
      <p:sp>
        <p:nvSpPr>
          <p:cNvPr id="142" name="Google Shape;142;p15"/>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3" name="Google Shape;143;p15"/>
          <p:cNvSpPr txBox="1"/>
          <p:nvPr>
            <p:ph idx="1" type="body"/>
          </p:nvPr>
        </p:nvSpPr>
        <p:spPr>
          <a:xfrm>
            <a:off x="708600" y="1152475"/>
            <a:ext cx="77268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4" name="Google Shape;14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it"/>
              <a:t>‹#›</a:t>
            </a:fld>
            <a:endParaRPr/>
          </a:p>
        </p:txBody>
      </p:sp>
      <p:pic>
        <p:nvPicPr>
          <p:cNvPr id="145" name="Google Shape;145;p15"/>
          <p:cNvPicPr preferRelativeResize="0"/>
          <p:nvPr/>
        </p:nvPicPr>
        <p:blipFill rotWithShape="1">
          <a:blip r:embed="rId2">
            <a:alphaModFix/>
          </a:blip>
          <a:srcRect b="0" l="0" r="0" t="0"/>
          <a:stretch/>
        </p:blipFill>
        <p:spPr>
          <a:xfrm flipH="1" rot="7856000">
            <a:off x="7807451" y="-229124"/>
            <a:ext cx="1934205" cy="2047245"/>
          </a:xfrm>
          <a:prstGeom prst="rect">
            <a:avLst/>
          </a:prstGeom>
          <a:noFill/>
          <a:ln>
            <a:noFill/>
          </a:ln>
        </p:spPr>
      </p:pic>
      <p:pic>
        <p:nvPicPr>
          <p:cNvPr id="146" name="Google Shape;146;p15"/>
          <p:cNvPicPr preferRelativeResize="0"/>
          <p:nvPr/>
        </p:nvPicPr>
        <p:blipFill rotWithShape="1">
          <a:blip r:embed="rId3">
            <a:alphaModFix/>
          </a:blip>
          <a:srcRect b="0" l="0" r="0" t="0"/>
          <a:stretch/>
        </p:blipFill>
        <p:spPr>
          <a:xfrm rot="-9081239">
            <a:off x="8257821" y="1647105"/>
            <a:ext cx="784591" cy="78459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47" name="Shape 147"/>
        <p:cNvGrpSpPr/>
        <p:nvPr/>
      </p:nvGrpSpPr>
      <p:grpSpPr>
        <a:xfrm>
          <a:off x="0" y="0"/>
          <a:ext cx="0" cy="0"/>
          <a:chOff x="0" y="0"/>
          <a:chExt cx="0" cy="0"/>
        </a:xfrm>
      </p:grpSpPr>
      <p:sp>
        <p:nvSpPr>
          <p:cNvPr id="148" name="Google Shape;148;p16"/>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9" name="Google Shape;149;p16"/>
          <p:cNvSpPr txBox="1"/>
          <p:nvPr>
            <p:ph idx="2" type="title"/>
          </p:nvPr>
        </p:nvSpPr>
        <p:spPr>
          <a:xfrm>
            <a:off x="853509" y="1653856"/>
            <a:ext cx="1189200" cy="8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150" name="Google Shape;150;p16"/>
          <p:cNvSpPr txBox="1"/>
          <p:nvPr>
            <p:ph idx="3" type="title"/>
          </p:nvPr>
        </p:nvSpPr>
        <p:spPr>
          <a:xfrm>
            <a:off x="2119075" y="1537200"/>
            <a:ext cx="2355600" cy="51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200"/>
              <a:buNone/>
              <a:defRPr sz="2200"/>
            </a:lvl2pPr>
            <a:lvl3pPr lvl="2" algn="l">
              <a:lnSpc>
                <a:spcPct val="100000"/>
              </a:lnSpc>
              <a:spcBef>
                <a:spcPts val="0"/>
              </a:spcBef>
              <a:spcAft>
                <a:spcPts val="0"/>
              </a:spcAft>
              <a:buSzPts val="2200"/>
              <a:buNone/>
              <a:defRPr sz="2200"/>
            </a:lvl3pPr>
            <a:lvl4pPr lvl="3" algn="l">
              <a:lnSpc>
                <a:spcPct val="100000"/>
              </a:lnSpc>
              <a:spcBef>
                <a:spcPts val="0"/>
              </a:spcBef>
              <a:spcAft>
                <a:spcPts val="0"/>
              </a:spcAft>
              <a:buSzPts val="2200"/>
              <a:buNone/>
              <a:defRPr sz="2200"/>
            </a:lvl4pPr>
            <a:lvl5pPr lvl="4" algn="l">
              <a:lnSpc>
                <a:spcPct val="100000"/>
              </a:lnSpc>
              <a:spcBef>
                <a:spcPts val="0"/>
              </a:spcBef>
              <a:spcAft>
                <a:spcPts val="0"/>
              </a:spcAft>
              <a:buSzPts val="2200"/>
              <a:buNone/>
              <a:defRPr sz="2200"/>
            </a:lvl5pPr>
            <a:lvl6pPr lvl="5" algn="l">
              <a:lnSpc>
                <a:spcPct val="100000"/>
              </a:lnSpc>
              <a:spcBef>
                <a:spcPts val="0"/>
              </a:spcBef>
              <a:spcAft>
                <a:spcPts val="0"/>
              </a:spcAft>
              <a:buSzPts val="2200"/>
              <a:buNone/>
              <a:defRPr sz="2200"/>
            </a:lvl6pPr>
            <a:lvl7pPr lvl="6" algn="l">
              <a:lnSpc>
                <a:spcPct val="100000"/>
              </a:lnSpc>
              <a:spcBef>
                <a:spcPts val="0"/>
              </a:spcBef>
              <a:spcAft>
                <a:spcPts val="0"/>
              </a:spcAft>
              <a:buSzPts val="2200"/>
              <a:buNone/>
              <a:defRPr sz="2200"/>
            </a:lvl7pPr>
            <a:lvl8pPr lvl="7" algn="l">
              <a:lnSpc>
                <a:spcPct val="100000"/>
              </a:lnSpc>
              <a:spcBef>
                <a:spcPts val="0"/>
              </a:spcBef>
              <a:spcAft>
                <a:spcPts val="0"/>
              </a:spcAft>
              <a:buSzPts val="2200"/>
              <a:buNone/>
              <a:defRPr sz="2200"/>
            </a:lvl8pPr>
            <a:lvl9pPr lvl="8" algn="l">
              <a:lnSpc>
                <a:spcPct val="100000"/>
              </a:lnSpc>
              <a:spcBef>
                <a:spcPts val="0"/>
              </a:spcBef>
              <a:spcAft>
                <a:spcPts val="0"/>
              </a:spcAft>
              <a:buSzPts val="2200"/>
              <a:buNone/>
              <a:defRPr sz="2200"/>
            </a:lvl9pPr>
          </a:lstStyle>
          <a:p/>
        </p:txBody>
      </p:sp>
      <p:sp>
        <p:nvSpPr>
          <p:cNvPr id="151" name="Google Shape;151;p16"/>
          <p:cNvSpPr txBox="1"/>
          <p:nvPr>
            <p:ph idx="1" type="subTitle"/>
          </p:nvPr>
        </p:nvSpPr>
        <p:spPr>
          <a:xfrm>
            <a:off x="2119075" y="2018050"/>
            <a:ext cx="2216400" cy="67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52" name="Google Shape;152;p16"/>
          <p:cNvSpPr txBox="1"/>
          <p:nvPr>
            <p:ph idx="4" type="title"/>
          </p:nvPr>
        </p:nvSpPr>
        <p:spPr>
          <a:xfrm>
            <a:off x="5858750" y="1537200"/>
            <a:ext cx="2355600" cy="51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200"/>
              <a:buNone/>
              <a:defRPr sz="2200"/>
            </a:lvl2pPr>
            <a:lvl3pPr lvl="2" algn="l">
              <a:lnSpc>
                <a:spcPct val="100000"/>
              </a:lnSpc>
              <a:spcBef>
                <a:spcPts val="0"/>
              </a:spcBef>
              <a:spcAft>
                <a:spcPts val="0"/>
              </a:spcAft>
              <a:buSzPts val="2200"/>
              <a:buNone/>
              <a:defRPr sz="2200"/>
            </a:lvl3pPr>
            <a:lvl4pPr lvl="3" algn="l">
              <a:lnSpc>
                <a:spcPct val="100000"/>
              </a:lnSpc>
              <a:spcBef>
                <a:spcPts val="0"/>
              </a:spcBef>
              <a:spcAft>
                <a:spcPts val="0"/>
              </a:spcAft>
              <a:buSzPts val="2200"/>
              <a:buNone/>
              <a:defRPr sz="2200"/>
            </a:lvl4pPr>
            <a:lvl5pPr lvl="4" algn="l">
              <a:lnSpc>
                <a:spcPct val="100000"/>
              </a:lnSpc>
              <a:spcBef>
                <a:spcPts val="0"/>
              </a:spcBef>
              <a:spcAft>
                <a:spcPts val="0"/>
              </a:spcAft>
              <a:buSzPts val="2200"/>
              <a:buNone/>
              <a:defRPr sz="2200"/>
            </a:lvl5pPr>
            <a:lvl6pPr lvl="5" algn="l">
              <a:lnSpc>
                <a:spcPct val="100000"/>
              </a:lnSpc>
              <a:spcBef>
                <a:spcPts val="0"/>
              </a:spcBef>
              <a:spcAft>
                <a:spcPts val="0"/>
              </a:spcAft>
              <a:buSzPts val="2200"/>
              <a:buNone/>
              <a:defRPr sz="2200"/>
            </a:lvl6pPr>
            <a:lvl7pPr lvl="6" algn="l">
              <a:lnSpc>
                <a:spcPct val="100000"/>
              </a:lnSpc>
              <a:spcBef>
                <a:spcPts val="0"/>
              </a:spcBef>
              <a:spcAft>
                <a:spcPts val="0"/>
              </a:spcAft>
              <a:buSzPts val="2200"/>
              <a:buNone/>
              <a:defRPr sz="2200"/>
            </a:lvl7pPr>
            <a:lvl8pPr lvl="7" algn="l">
              <a:lnSpc>
                <a:spcPct val="100000"/>
              </a:lnSpc>
              <a:spcBef>
                <a:spcPts val="0"/>
              </a:spcBef>
              <a:spcAft>
                <a:spcPts val="0"/>
              </a:spcAft>
              <a:buSzPts val="2200"/>
              <a:buNone/>
              <a:defRPr sz="2200"/>
            </a:lvl8pPr>
            <a:lvl9pPr lvl="8" algn="l">
              <a:lnSpc>
                <a:spcPct val="100000"/>
              </a:lnSpc>
              <a:spcBef>
                <a:spcPts val="0"/>
              </a:spcBef>
              <a:spcAft>
                <a:spcPts val="0"/>
              </a:spcAft>
              <a:buSzPts val="2200"/>
              <a:buNone/>
              <a:defRPr sz="2200"/>
            </a:lvl9pPr>
          </a:lstStyle>
          <a:p/>
        </p:txBody>
      </p:sp>
      <p:sp>
        <p:nvSpPr>
          <p:cNvPr id="153" name="Google Shape;153;p16"/>
          <p:cNvSpPr txBox="1"/>
          <p:nvPr>
            <p:ph idx="5" type="subTitle"/>
          </p:nvPr>
        </p:nvSpPr>
        <p:spPr>
          <a:xfrm>
            <a:off x="5858750" y="2018050"/>
            <a:ext cx="2216400" cy="67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54" name="Google Shape;154;p16"/>
          <p:cNvSpPr txBox="1"/>
          <p:nvPr>
            <p:ph idx="6" type="title"/>
          </p:nvPr>
        </p:nvSpPr>
        <p:spPr>
          <a:xfrm>
            <a:off x="2119050" y="3061625"/>
            <a:ext cx="2355600" cy="51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200"/>
              <a:buNone/>
              <a:defRPr sz="2200"/>
            </a:lvl2pPr>
            <a:lvl3pPr lvl="2" algn="l">
              <a:lnSpc>
                <a:spcPct val="100000"/>
              </a:lnSpc>
              <a:spcBef>
                <a:spcPts val="0"/>
              </a:spcBef>
              <a:spcAft>
                <a:spcPts val="0"/>
              </a:spcAft>
              <a:buSzPts val="2200"/>
              <a:buNone/>
              <a:defRPr sz="2200"/>
            </a:lvl3pPr>
            <a:lvl4pPr lvl="3" algn="l">
              <a:lnSpc>
                <a:spcPct val="100000"/>
              </a:lnSpc>
              <a:spcBef>
                <a:spcPts val="0"/>
              </a:spcBef>
              <a:spcAft>
                <a:spcPts val="0"/>
              </a:spcAft>
              <a:buSzPts val="2200"/>
              <a:buNone/>
              <a:defRPr sz="2200"/>
            </a:lvl4pPr>
            <a:lvl5pPr lvl="4" algn="l">
              <a:lnSpc>
                <a:spcPct val="100000"/>
              </a:lnSpc>
              <a:spcBef>
                <a:spcPts val="0"/>
              </a:spcBef>
              <a:spcAft>
                <a:spcPts val="0"/>
              </a:spcAft>
              <a:buSzPts val="2200"/>
              <a:buNone/>
              <a:defRPr sz="2200"/>
            </a:lvl5pPr>
            <a:lvl6pPr lvl="5" algn="l">
              <a:lnSpc>
                <a:spcPct val="100000"/>
              </a:lnSpc>
              <a:spcBef>
                <a:spcPts val="0"/>
              </a:spcBef>
              <a:spcAft>
                <a:spcPts val="0"/>
              </a:spcAft>
              <a:buSzPts val="2200"/>
              <a:buNone/>
              <a:defRPr sz="2200"/>
            </a:lvl6pPr>
            <a:lvl7pPr lvl="6" algn="l">
              <a:lnSpc>
                <a:spcPct val="100000"/>
              </a:lnSpc>
              <a:spcBef>
                <a:spcPts val="0"/>
              </a:spcBef>
              <a:spcAft>
                <a:spcPts val="0"/>
              </a:spcAft>
              <a:buSzPts val="2200"/>
              <a:buNone/>
              <a:defRPr sz="2200"/>
            </a:lvl7pPr>
            <a:lvl8pPr lvl="7" algn="l">
              <a:lnSpc>
                <a:spcPct val="100000"/>
              </a:lnSpc>
              <a:spcBef>
                <a:spcPts val="0"/>
              </a:spcBef>
              <a:spcAft>
                <a:spcPts val="0"/>
              </a:spcAft>
              <a:buSzPts val="2200"/>
              <a:buNone/>
              <a:defRPr sz="2200"/>
            </a:lvl8pPr>
            <a:lvl9pPr lvl="8" algn="l">
              <a:lnSpc>
                <a:spcPct val="100000"/>
              </a:lnSpc>
              <a:spcBef>
                <a:spcPts val="0"/>
              </a:spcBef>
              <a:spcAft>
                <a:spcPts val="0"/>
              </a:spcAft>
              <a:buSzPts val="2200"/>
              <a:buNone/>
              <a:defRPr sz="2200"/>
            </a:lvl9pPr>
          </a:lstStyle>
          <a:p/>
        </p:txBody>
      </p:sp>
      <p:sp>
        <p:nvSpPr>
          <p:cNvPr id="155" name="Google Shape;155;p16"/>
          <p:cNvSpPr txBox="1"/>
          <p:nvPr>
            <p:ph idx="7" type="subTitle"/>
          </p:nvPr>
        </p:nvSpPr>
        <p:spPr>
          <a:xfrm>
            <a:off x="2119050" y="3542400"/>
            <a:ext cx="2216400" cy="67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56" name="Google Shape;156;p16"/>
          <p:cNvSpPr txBox="1"/>
          <p:nvPr>
            <p:ph idx="8" type="title"/>
          </p:nvPr>
        </p:nvSpPr>
        <p:spPr>
          <a:xfrm>
            <a:off x="5858725" y="3061625"/>
            <a:ext cx="2355600" cy="51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200"/>
              <a:buNone/>
              <a:defRPr sz="2200"/>
            </a:lvl2pPr>
            <a:lvl3pPr lvl="2" algn="l">
              <a:lnSpc>
                <a:spcPct val="100000"/>
              </a:lnSpc>
              <a:spcBef>
                <a:spcPts val="0"/>
              </a:spcBef>
              <a:spcAft>
                <a:spcPts val="0"/>
              </a:spcAft>
              <a:buSzPts val="2200"/>
              <a:buNone/>
              <a:defRPr sz="2200"/>
            </a:lvl3pPr>
            <a:lvl4pPr lvl="3" algn="l">
              <a:lnSpc>
                <a:spcPct val="100000"/>
              </a:lnSpc>
              <a:spcBef>
                <a:spcPts val="0"/>
              </a:spcBef>
              <a:spcAft>
                <a:spcPts val="0"/>
              </a:spcAft>
              <a:buSzPts val="2200"/>
              <a:buNone/>
              <a:defRPr sz="2200"/>
            </a:lvl4pPr>
            <a:lvl5pPr lvl="4" algn="l">
              <a:lnSpc>
                <a:spcPct val="100000"/>
              </a:lnSpc>
              <a:spcBef>
                <a:spcPts val="0"/>
              </a:spcBef>
              <a:spcAft>
                <a:spcPts val="0"/>
              </a:spcAft>
              <a:buSzPts val="2200"/>
              <a:buNone/>
              <a:defRPr sz="2200"/>
            </a:lvl5pPr>
            <a:lvl6pPr lvl="5" algn="l">
              <a:lnSpc>
                <a:spcPct val="100000"/>
              </a:lnSpc>
              <a:spcBef>
                <a:spcPts val="0"/>
              </a:spcBef>
              <a:spcAft>
                <a:spcPts val="0"/>
              </a:spcAft>
              <a:buSzPts val="2200"/>
              <a:buNone/>
              <a:defRPr sz="2200"/>
            </a:lvl6pPr>
            <a:lvl7pPr lvl="6" algn="l">
              <a:lnSpc>
                <a:spcPct val="100000"/>
              </a:lnSpc>
              <a:spcBef>
                <a:spcPts val="0"/>
              </a:spcBef>
              <a:spcAft>
                <a:spcPts val="0"/>
              </a:spcAft>
              <a:buSzPts val="2200"/>
              <a:buNone/>
              <a:defRPr sz="2200"/>
            </a:lvl7pPr>
            <a:lvl8pPr lvl="7" algn="l">
              <a:lnSpc>
                <a:spcPct val="100000"/>
              </a:lnSpc>
              <a:spcBef>
                <a:spcPts val="0"/>
              </a:spcBef>
              <a:spcAft>
                <a:spcPts val="0"/>
              </a:spcAft>
              <a:buSzPts val="2200"/>
              <a:buNone/>
              <a:defRPr sz="2200"/>
            </a:lvl8pPr>
            <a:lvl9pPr lvl="8" algn="l">
              <a:lnSpc>
                <a:spcPct val="100000"/>
              </a:lnSpc>
              <a:spcBef>
                <a:spcPts val="0"/>
              </a:spcBef>
              <a:spcAft>
                <a:spcPts val="0"/>
              </a:spcAft>
              <a:buSzPts val="2200"/>
              <a:buNone/>
              <a:defRPr sz="2200"/>
            </a:lvl9pPr>
          </a:lstStyle>
          <a:p/>
        </p:txBody>
      </p:sp>
      <p:sp>
        <p:nvSpPr>
          <p:cNvPr id="157" name="Google Shape;157;p16"/>
          <p:cNvSpPr txBox="1"/>
          <p:nvPr>
            <p:ph idx="9" type="subTitle"/>
          </p:nvPr>
        </p:nvSpPr>
        <p:spPr>
          <a:xfrm>
            <a:off x="5858725" y="3542400"/>
            <a:ext cx="2216400" cy="67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58" name="Google Shape;158;p16"/>
          <p:cNvSpPr txBox="1"/>
          <p:nvPr>
            <p:ph idx="13" type="title"/>
          </p:nvPr>
        </p:nvSpPr>
        <p:spPr>
          <a:xfrm>
            <a:off x="4595450" y="1653856"/>
            <a:ext cx="1189200" cy="8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159" name="Google Shape;159;p16"/>
          <p:cNvSpPr txBox="1"/>
          <p:nvPr>
            <p:ph idx="14" type="title"/>
          </p:nvPr>
        </p:nvSpPr>
        <p:spPr>
          <a:xfrm>
            <a:off x="853450" y="3178281"/>
            <a:ext cx="1189200" cy="8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160" name="Google Shape;160;p16"/>
          <p:cNvSpPr txBox="1"/>
          <p:nvPr>
            <p:ph idx="15" type="title"/>
          </p:nvPr>
        </p:nvSpPr>
        <p:spPr>
          <a:xfrm>
            <a:off x="4595450" y="3178281"/>
            <a:ext cx="1189200" cy="8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pic>
        <p:nvPicPr>
          <p:cNvPr id="161" name="Google Shape;161;p16"/>
          <p:cNvPicPr preferRelativeResize="0"/>
          <p:nvPr/>
        </p:nvPicPr>
        <p:blipFill rotWithShape="1">
          <a:blip r:embed="rId2">
            <a:alphaModFix/>
          </a:blip>
          <a:srcRect b="0" l="0" r="0" t="0"/>
          <a:stretch/>
        </p:blipFill>
        <p:spPr>
          <a:xfrm rot="5379886">
            <a:off x="7228550" y="-22174"/>
            <a:ext cx="1630675" cy="1834946"/>
          </a:xfrm>
          <a:prstGeom prst="rect">
            <a:avLst/>
          </a:prstGeom>
          <a:noFill/>
          <a:ln>
            <a:noFill/>
          </a:ln>
        </p:spPr>
      </p:pic>
      <p:pic>
        <p:nvPicPr>
          <p:cNvPr id="162" name="Google Shape;162;p16"/>
          <p:cNvPicPr preferRelativeResize="0"/>
          <p:nvPr/>
        </p:nvPicPr>
        <p:blipFill rotWithShape="1">
          <a:blip r:embed="rId3">
            <a:alphaModFix/>
          </a:blip>
          <a:srcRect b="0" l="0" r="0" t="0"/>
          <a:stretch/>
        </p:blipFill>
        <p:spPr>
          <a:xfrm rot="1164674">
            <a:off x="8171321" y="1169139"/>
            <a:ext cx="784588" cy="78458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3" name="Shape 163"/>
        <p:cNvGrpSpPr/>
        <p:nvPr/>
      </p:nvGrpSpPr>
      <p:grpSpPr>
        <a:xfrm>
          <a:off x="0" y="0"/>
          <a:ext cx="0" cy="0"/>
          <a:chOff x="0" y="0"/>
          <a:chExt cx="0" cy="0"/>
        </a:xfrm>
      </p:grpSpPr>
      <p:sp>
        <p:nvSpPr>
          <p:cNvPr id="164" name="Google Shape;164;p17"/>
          <p:cNvSpPr txBox="1"/>
          <p:nvPr>
            <p:ph type="title"/>
          </p:nvPr>
        </p:nvSpPr>
        <p:spPr>
          <a:xfrm>
            <a:off x="883100" y="1603025"/>
            <a:ext cx="3860700" cy="6573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sz="4500"/>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p:txBody>
      </p:sp>
      <p:sp>
        <p:nvSpPr>
          <p:cNvPr id="165" name="Google Shape;165;p17"/>
          <p:cNvSpPr txBox="1"/>
          <p:nvPr>
            <p:ph idx="1" type="subTitle"/>
          </p:nvPr>
        </p:nvSpPr>
        <p:spPr>
          <a:xfrm>
            <a:off x="883100" y="2260375"/>
            <a:ext cx="3860700" cy="1280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4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pic>
        <p:nvPicPr>
          <p:cNvPr id="166" name="Google Shape;166;p17"/>
          <p:cNvPicPr preferRelativeResize="0"/>
          <p:nvPr/>
        </p:nvPicPr>
        <p:blipFill rotWithShape="1">
          <a:blip r:embed="rId2">
            <a:alphaModFix/>
          </a:blip>
          <a:srcRect b="0" l="0" r="0" t="0"/>
          <a:stretch/>
        </p:blipFill>
        <p:spPr>
          <a:xfrm flipH="1">
            <a:off x="5198723" y="372950"/>
            <a:ext cx="3565175" cy="4465751"/>
          </a:xfrm>
          <a:prstGeom prst="rect">
            <a:avLst/>
          </a:prstGeom>
          <a:noFill/>
          <a:ln>
            <a:noFill/>
          </a:ln>
        </p:spPr>
      </p:pic>
      <p:pic>
        <p:nvPicPr>
          <p:cNvPr id="167" name="Google Shape;167;p17"/>
          <p:cNvPicPr preferRelativeResize="0"/>
          <p:nvPr/>
        </p:nvPicPr>
        <p:blipFill rotWithShape="1">
          <a:blip r:embed="rId3">
            <a:alphaModFix/>
          </a:blip>
          <a:srcRect b="0" l="0" r="0" t="0"/>
          <a:stretch/>
        </p:blipFill>
        <p:spPr>
          <a:xfrm flipH="1">
            <a:off x="7240428" y="2763417"/>
            <a:ext cx="1379264" cy="145985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8" name="Shape 168"/>
        <p:cNvGrpSpPr/>
        <p:nvPr/>
      </p:nvGrpSpPr>
      <p:grpSpPr>
        <a:xfrm>
          <a:off x="0" y="0"/>
          <a:ext cx="0" cy="0"/>
          <a:chOff x="0" y="0"/>
          <a:chExt cx="0" cy="0"/>
        </a:xfrm>
      </p:grpSpPr>
      <p:sp>
        <p:nvSpPr>
          <p:cNvPr id="169" name="Google Shape;169;p18"/>
          <p:cNvSpPr txBox="1"/>
          <p:nvPr>
            <p:ph type="title"/>
          </p:nvPr>
        </p:nvSpPr>
        <p:spPr>
          <a:xfrm>
            <a:off x="720000" y="2410200"/>
            <a:ext cx="7704000" cy="651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170" name="Google Shape;170;p18"/>
          <p:cNvSpPr txBox="1"/>
          <p:nvPr>
            <p:ph idx="2" type="title"/>
          </p:nvPr>
        </p:nvSpPr>
        <p:spPr>
          <a:xfrm>
            <a:off x="3731250" y="1492200"/>
            <a:ext cx="1681500" cy="84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71" name="Google Shape;171;p18"/>
          <p:cNvSpPr txBox="1"/>
          <p:nvPr>
            <p:ph idx="1" type="subTitle"/>
          </p:nvPr>
        </p:nvSpPr>
        <p:spPr>
          <a:xfrm>
            <a:off x="1731150" y="3214200"/>
            <a:ext cx="5681700" cy="437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172" name="Google Shape;172;p18"/>
          <p:cNvPicPr preferRelativeResize="0"/>
          <p:nvPr/>
        </p:nvPicPr>
        <p:blipFill rotWithShape="1">
          <a:blip r:embed="rId2">
            <a:alphaModFix/>
          </a:blip>
          <a:srcRect b="0" l="0" r="0" t="0"/>
          <a:stretch/>
        </p:blipFill>
        <p:spPr>
          <a:xfrm flipH="1">
            <a:off x="-1979250" y="-3144950"/>
            <a:ext cx="5277651" cy="6723048"/>
          </a:xfrm>
          <a:prstGeom prst="rect">
            <a:avLst/>
          </a:prstGeom>
          <a:noFill/>
          <a:ln>
            <a:noFill/>
          </a:ln>
        </p:spPr>
      </p:pic>
      <p:pic>
        <p:nvPicPr>
          <p:cNvPr id="173" name="Google Shape;173;p18"/>
          <p:cNvPicPr preferRelativeResize="0"/>
          <p:nvPr/>
        </p:nvPicPr>
        <p:blipFill rotWithShape="1">
          <a:blip r:embed="rId3">
            <a:alphaModFix/>
          </a:blip>
          <a:srcRect b="0" l="0" r="0" t="0"/>
          <a:stretch/>
        </p:blipFill>
        <p:spPr>
          <a:xfrm>
            <a:off x="5789349" y="152400"/>
            <a:ext cx="3202249" cy="2508849"/>
          </a:xfrm>
          <a:prstGeom prst="rect">
            <a:avLst/>
          </a:prstGeom>
          <a:noFill/>
          <a:ln>
            <a:noFill/>
          </a:ln>
        </p:spPr>
      </p:pic>
      <p:pic>
        <p:nvPicPr>
          <p:cNvPr id="174" name="Google Shape;174;p18"/>
          <p:cNvPicPr preferRelativeResize="0"/>
          <p:nvPr/>
        </p:nvPicPr>
        <p:blipFill rotWithShape="1">
          <a:blip r:embed="rId4">
            <a:alphaModFix/>
          </a:blip>
          <a:srcRect b="0" l="0" r="0" t="0"/>
          <a:stretch/>
        </p:blipFill>
        <p:spPr>
          <a:xfrm>
            <a:off x="7011125" y="409601"/>
            <a:ext cx="1459850" cy="1459850"/>
          </a:xfrm>
          <a:prstGeom prst="rect">
            <a:avLst/>
          </a:prstGeom>
          <a:noFill/>
          <a:ln>
            <a:noFill/>
          </a:ln>
        </p:spPr>
      </p:pic>
      <p:pic>
        <p:nvPicPr>
          <p:cNvPr id="175" name="Google Shape;175;p18"/>
          <p:cNvPicPr preferRelativeResize="0"/>
          <p:nvPr/>
        </p:nvPicPr>
        <p:blipFill rotWithShape="1">
          <a:blip r:embed="rId4">
            <a:alphaModFix/>
          </a:blip>
          <a:srcRect b="0" l="0" r="0" t="0"/>
          <a:stretch/>
        </p:blipFill>
        <p:spPr>
          <a:xfrm rot="8100000">
            <a:off x="352091" y="2844898"/>
            <a:ext cx="1318861" cy="13188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6" name="Shape 176"/>
        <p:cNvGrpSpPr/>
        <p:nvPr/>
      </p:nvGrpSpPr>
      <p:grpSpPr>
        <a:xfrm>
          <a:off x="0" y="0"/>
          <a:ext cx="0" cy="0"/>
          <a:chOff x="0" y="0"/>
          <a:chExt cx="0" cy="0"/>
        </a:xfrm>
      </p:grpSpPr>
      <p:sp>
        <p:nvSpPr>
          <p:cNvPr id="177" name="Google Shape;177;p19"/>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8" name="Google Shape;178;p19"/>
          <p:cNvSpPr txBox="1"/>
          <p:nvPr>
            <p:ph idx="1" type="subTitle"/>
          </p:nvPr>
        </p:nvSpPr>
        <p:spPr>
          <a:xfrm>
            <a:off x="1366963" y="1967728"/>
            <a:ext cx="2907600" cy="71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1pPr>
            <a:lvl2pPr lvl="1"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2pPr>
            <a:lvl3pPr lvl="2"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3pPr>
            <a:lvl4pPr lvl="3"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4pPr>
            <a:lvl5pPr lvl="4"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5pPr>
            <a:lvl6pPr lvl="5"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6pPr>
            <a:lvl7pPr lvl="6"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7pPr>
            <a:lvl8pPr lvl="7"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8pPr>
            <a:lvl9pPr lvl="8"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9pPr>
          </a:lstStyle>
          <a:p/>
        </p:txBody>
      </p:sp>
      <p:sp>
        <p:nvSpPr>
          <p:cNvPr id="179" name="Google Shape;179;p19"/>
          <p:cNvSpPr txBox="1"/>
          <p:nvPr>
            <p:ph idx="2" type="subTitle"/>
          </p:nvPr>
        </p:nvSpPr>
        <p:spPr>
          <a:xfrm>
            <a:off x="4869438" y="1967728"/>
            <a:ext cx="2907600" cy="71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1pPr>
            <a:lvl2pPr lvl="1"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2pPr>
            <a:lvl3pPr lvl="2"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3pPr>
            <a:lvl4pPr lvl="3"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4pPr>
            <a:lvl5pPr lvl="4"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5pPr>
            <a:lvl6pPr lvl="5"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6pPr>
            <a:lvl7pPr lvl="6"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7pPr>
            <a:lvl8pPr lvl="7"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8pPr>
            <a:lvl9pPr lvl="8" algn="ctr">
              <a:lnSpc>
                <a:spcPct val="100000"/>
              </a:lnSpc>
              <a:spcBef>
                <a:spcPts val="0"/>
              </a:spcBef>
              <a:spcAft>
                <a:spcPts val="0"/>
              </a:spcAft>
              <a:buSzPts val="2200"/>
              <a:buFont typeface="MuseoModerno"/>
              <a:buNone/>
              <a:defRPr sz="2200">
                <a:latin typeface="MuseoModerno"/>
                <a:ea typeface="MuseoModerno"/>
                <a:cs typeface="MuseoModerno"/>
                <a:sym typeface="MuseoModerno"/>
              </a:defRPr>
            </a:lvl9pPr>
          </a:lstStyle>
          <a:p/>
        </p:txBody>
      </p:sp>
      <p:sp>
        <p:nvSpPr>
          <p:cNvPr id="180" name="Google Shape;180;p19"/>
          <p:cNvSpPr txBox="1"/>
          <p:nvPr>
            <p:ph idx="3" type="subTitle"/>
          </p:nvPr>
        </p:nvSpPr>
        <p:spPr>
          <a:xfrm>
            <a:off x="1692163" y="2734126"/>
            <a:ext cx="2257200" cy="1109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1" name="Google Shape;181;p19"/>
          <p:cNvSpPr txBox="1"/>
          <p:nvPr>
            <p:ph idx="4" type="subTitle"/>
          </p:nvPr>
        </p:nvSpPr>
        <p:spPr>
          <a:xfrm>
            <a:off x="5194638" y="2734126"/>
            <a:ext cx="2257200" cy="1109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182" name="Google Shape;182;p19"/>
          <p:cNvPicPr preferRelativeResize="0"/>
          <p:nvPr/>
        </p:nvPicPr>
        <p:blipFill rotWithShape="1">
          <a:blip r:embed="rId2">
            <a:alphaModFix/>
          </a:blip>
          <a:srcRect b="0" l="0" r="0" t="0"/>
          <a:stretch/>
        </p:blipFill>
        <p:spPr>
          <a:xfrm rot="8999999">
            <a:off x="7054173" y="91351"/>
            <a:ext cx="1630675" cy="1834948"/>
          </a:xfrm>
          <a:prstGeom prst="rect">
            <a:avLst/>
          </a:prstGeom>
          <a:noFill/>
          <a:ln>
            <a:noFill/>
          </a:ln>
        </p:spPr>
      </p:pic>
      <p:pic>
        <p:nvPicPr>
          <p:cNvPr id="183" name="Google Shape;183;p19"/>
          <p:cNvPicPr preferRelativeResize="0"/>
          <p:nvPr/>
        </p:nvPicPr>
        <p:blipFill rotWithShape="1">
          <a:blip r:embed="rId3">
            <a:alphaModFix/>
          </a:blip>
          <a:srcRect b="0" l="0" r="0" t="0"/>
          <a:stretch/>
        </p:blipFill>
        <p:spPr>
          <a:xfrm rot="-2700000">
            <a:off x="7441212" y="616528"/>
            <a:ext cx="784589" cy="784589"/>
          </a:xfrm>
          <a:prstGeom prst="rect">
            <a:avLst/>
          </a:prstGeom>
          <a:noFill/>
          <a:ln>
            <a:noFill/>
          </a:ln>
        </p:spPr>
      </p:pic>
      <p:pic>
        <p:nvPicPr>
          <p:cNvPr id="184" name="Google Shape;184;p19"/>
          <p:cNvPicPr preferRelativeResize="0"/>
          <p:nvPr/>
        </p:nvPicPr>
        <p:blipFill rotWithShape="1">
          <a:blip r:embed="rId4">
            <a:alphaModFix/>
          </a:blip>
          <a:srcRect b="0" l="0" r="0" t="0"/>
          <a:stretch/>
        </p:blipFill>
        <p:spPr>
          <a:xfrm flipH="1" rot="-6109617">
            <a:off x="199209" y="3777608"/>
            <a:ext cx="1064275" cy="112648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5" name="Shape 185"/>
        <p:cNvGrpSpPr/>
        <p:nvPr/>
      </p:nvGrpSpPr>
      <p:grpSpPr>
        <a:xfrm>
          <a:off x="0" y="0"/>
          <a:ext cx="0" cy="0"/>
          <a:chOff x="0" y="0"/>
          <a:chExt cx="0" cy="0"/>
        </a:xfrm>
      </p:grpSpPr>
      <p:sp>
        <p:nvSpPr>
          <p:cNvPr id="186" name="Google Shape;186;p20"/>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7" name="Google Shape;18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it"/>
              <a:t>‹#›</a:t>
            </a:fld>
            <a:endParaRPr/>
          </a:p>
        </p:txBody>
      </p:sp>
      <p:pic>
        <p:nvPicPr>
          <p:cNvPr id="188" name="Google Shape;188;p20"/>
          <p:cNvPicPr preferRelativeResize="0"/>
          <p:nvPr/>
        </p:nvPicPr>
        <p:blipFill rotWithShape="1">
          <a:blip r:embed="rId2">
            <a:alphaModFix/>
          </a:blip>
          <a:srcRect b="0" l="0" r="0" t="0"/>
          <a:stretch/>
        </p:blipFill>
        <p:spPr>
          <a:xfrm flipH="1" rot="6177325">
            <a:off x="146063" y="2947895"/>
            <a:ext cx="1934205" cy="2047244"/>
          </a:xfrm>
          <a:prstGeom prst="rect">
            <a:avLst/>
          </a:prstGeom>
          <a:noFill/>
          <a:ln>
            <a:noFill/>
          </a:ln>
        </p:spPr>
      </p:pic>
      <p:pic>
        <p:nvPicPr>
          <p:cNvPr id="189" name="Google Shape;189;p20"/>
          <p:cNvPicPr preferRelativeResize="0"/>
          <p:nvPr/>
        </p:nvPicPr>
        <p:blipFill rotWithShape="1">
          <a:blip r:embed="rId3">
            <a:alphaModFix/>
          </a:blip>
          <a:srcRect b="0" l="0" r="0" t="0"/>
          <a:stretch/>
        </p:blipFill>
        <p:spPr>
          <a:xfrm rot="-10759919">
            <a:off x="7816860" y="173259"/>
            <a:ext cx="784591" cy="784591"/>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
    <p:spTree>
      <p:nvGrpSpPr>
        <p:cNvPr id="190" name="Shape 190"/>
        <p:cNvGrpSpPr/>
        <p:nvPr/>
      </p:nvGrpSpPr>
      <p:grpSpPr>
        <a:xfrm>
          <a:off x="0" y="0"/>
          <a:ext cx="0" cy="0"/>
          <a:chOff x="0" y="0"/>
          <a:chExt cx="0" cy="0"/>
        </a:xfrm>
      </p:grpSpPr>
      <p:sp>
        <p:nvSpPr>
          <p:cNvPr id="191" name="Google Shape;191;p21"/>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92" name="Google Shape;192;p21"/>
          <p:cNvPicPr preferRelativeResize="0"/>
          <p:nvPr/>
        </p:nvPicPr>
        <p:blipFill rotWithShape="1">
          <a:blip r:embed="rId2">
            <a:alphaModFix/>
          </a:blip>
          <a:srcRect b="0" l="0" r="0" t="0"/>
          <a:stretch/>
        </p:blipFill>
        <p:spPr>
          <a:xfrm rot="-10369311">
            <a:off x="5892043" y="-333061"/>
            <a:ext cx="2433751" cy="1906763"/>
          </a:xfrm>
          <a:prstGeom prst="rect">
            <a:avLst/>
          </a:prstGeom>
          <a:noFill/>
          <a:ln>
            <a:noFill/>
          </a:ln>
        </p:spPr>
      </p:pic>
      <p:pic>
        <p:nvPicPr>
          <p:cNvPr id="193" name="Google Shape;193;p21"/>
          <p:cNvPicPr preferRelativeResize="0"/>
          <p:nvPr/>
        </p:nvPicPr>
        <p:blipFill rotWithShape="1">
          <a:blip r:embed="rId3">
            <a:alphaModFix/>
          </a:blip>
          <a:srcRect b="0" l="0" r="0" t="0"/>
          <a:stretch/>
        </p:blipFill>
        <p:spPr>
          <a:xfrm rot="-10369272">
            <a:off x="6017204" y="796008"/>
            <a:ext cx="1081077" cy="1081072"/>
          </a:xfrm>
          <a:prstGeom prst="rect">
            <a:avLst/>
          </a:prstGeom>
          <a:noFill/>
          <a:ln>
            <a:noFill/>
          </a:ln>
        </p:spPr>
      </p:pic>
      <p:pic>
        <p:nvPicPr>
          <p:cNvPr id="194" name="Google Shape;194;p21"/>
          <p:cNvPicPr preferRelativeResize="0"/>
          <p:nvPr/>
        </p:nvPicPr>
        <p:blipFill rotWithShape="1">
          <a:blip r:embed="rId3">
            <a:alphaModFix/>
          </a:blip>
          <a:srcRect b="0" l="0" r="0" t="0"/>
          <a:stretch/>
        </p:blipFill>
        <p:spPr>
          <a:xfrm rot="8100000">
            <a:off x="344191" y="3499673"/>
            <a:ext cx="1318861" cy="131886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5" name="Shape 195"/>
        <p:cNvGrpSpPr/>
        <p:nvPr/>
      </p:nvGrpSpPr>
      <p:grpSpPr>
        <a:xfrm>
          <a:off x="0" y="0"/>
          <a:ext cx="0" cy="0"/>
          <a:chOff x="0" y="0"/>
          <a:chExt cx="0" cy="0"/>
        </a:xfrm>
      </p:grpSpPr>
      <p:sp>
        <p:nvSpPr>
          <p:cNvPr id="196" name="Google Shape;196;p22"/>
          <p:cNvSpPr txBox="1"/>
          <p:nvPr>
            <p:ph type="title"/>
          </p:nvPr>
        </p:nvSpPr>
        <p:spPr>
          <a:xfrm>
            <a:off x="2163341" y="1307100"/>
            <a:ext cx="6367800" cy="25293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9500"/>
              <a:buNone/>
              <a:defRPr sz="9500"/>
            </a:lvl1pPr>
            <a:lvl2pPr lvl="1" algn="r">
              <a:lnSpc>
                <a:spcPct val="100000"/>
              </a:lnSpc>
              <a:spcBef>
                <a:spcPts val="0"/>
              </a:spcBef>
              <a:spcAft>
                <a:spcPts val="0"/>
              </a:spcAft>
              <a:buSzPts val="9500"/>
              <a:buNone/>
              <a:defRPr sz="9500"/>
            </a:lvl2pPr>
            <a:lvl3pPr lvl="2" algn="r">
              <a:lnSpc>
                <a:spcPct val="100000"/>
              </a:lnSpc>
              <a:spcBef>
                <a:spcPts val="0"/>
              </a:spcBef>
              <a:spcAft>
                <a:spcPts val="0"/>
              </a:spcAft>
              <a:buSzPts val="9500"/>
              <a:buNone/>
              <a:defRPr sz="9500"/>
            </a:lvl3pPr>
            <a:lvl4pPr lvl="3" algn="r">
              <a:lnSpc>
                <a:spcPct val="100000"/>
              </a:lnSpc>
              <a:spcBef>
                <a:spcPts val="0"/>
              </a:spcBef>
              <a:spcAft>
                <a:spcPts val="0"/>
              </a:spcAft>
              <a:buSzPts val="9500"/>
              <a:buNone/>
              <a:defRPr sz="9500"/>
            </a:lvl4pPr>
            <a:lvl5pPr lvl="4" algn="r">
              <a:lnSpc>
                <a:spcPct val="100000"/>
              </a:lnSpc>
              <a:spcBef>
                <a:spcPts val="0"/>
              </a:spcBef>
              <a:spcAft>
                <a:spcPts val="0"/>
              </a:spcAft>
              <a:buSzPts val="9500"/>
              <a:buNone/>
              <a:defRPr sz="9500"/>
            </a:lvl5pPr>
            <a:lvl6pPr lvl="5" algn="r">
              <a:lnSpc>
                <a:spcPct val="100000"/>
              </a:lnSpc>
              <a:spcBef>
                <a:spcPts val="0"/>
              </a:spcBef>
              <a:spcAft>
                <a:spcPts val="0"/>
              </a:spcAft>
              <a:buSzPts val="9500"/>
              <a:buNone/>
              <a:defRPr sz="9500"/>
            </a:lvl6pPr>
            <a:lvl7pPr lvl="6" algn="r">
              <a:lnSpc>
                <a:spcPct val="100000"/>
              </a:lnSpc>
              <a:spcBef>
                <a:spcPts val="0"/>
              </a:spcBef>
              <a:spcAft>
                <a:spcPts val="0"/>
              </a:spcAft>
              <a:buSzPts val="9500"/>
              <a:buNone/>
              <a:defRPr sz="9500"/>
            </a:lvl7pPr>
            <a:lvl8pPr lvl="7" algn="r">
              <a:lnSpc>
                <a:spcPct val="100000"/>
              </a:lnSpc>
              <a:spcBef>
                <a:spcPts val="0"/>
              </a:spcBef>
              <a:spcAft>
                <a:spcPts val="0"/>
              </a:spcAft>
              <a:buSzPts val="9500"/>
              <a:buNone/>
              <a:defRPr sz="9500"/>
            </a:lvl8pPr>
            <a:lvl9pPr lvl="8" algn="r">
              <a:lnSpc>
                <a:spcPct val="100000"/>
              </a:lnSpc>
              <a:spcBef>
                <a:spcPts val="0"/>
              </a:spcBef>
              <a:spcAft>
                <a:spcPts val="0"/>
              </a:spcAft>
              <a:buSzPts val="9500"/>
              <a:buNone/>
              <a:defRPr sz="9500"/>
            </a:lvl9pPr>
          </a:lstStyle>
          <a:p/>
        </p:txBody>
      </p:sp>
      <p:pic>
        <p:nvPicPr>
          <p:cNvPr id="197" name="Google Shape;197;p22"/>
          <p:cNvPicPr preferRelativeResize="0"/>
          <p:nvPr/>
        </p:nvPicPr>
        <p:blipFill rotWithShape="1">
          <a:blip r:embed="rId2">
            <a:alphaModFix/>
          </a:blip>
          <a:srcRect b="0" l="0" r="0" t="0"/>
          <a:stretch/>
        </p:blipFill>
        <p:spPr>
          <a:xfrm rot="10800000">
            <a:off x="228749" y="1501448"/>
            <a:ext cx="2819414" cy="3531602"/>
          </a:xfrm>
          <a:prstGeom prst="rect">
            <a:avLst/>
          </a:prstGeom>
          <a:noFill/>
          <a:ln>
            <a:noFill/>
          </a:ln>
        </p:spPr>
      </p:pic>
      <p:pic>
        <p:nvPicPr>
          <p:cNvPr id="198" name="Google Shape;198;p22"/>
          <p:cNvPicPr preferRelativeResize="0"/>
          <p:nvPr/>
        </p:nvPicPr>
        <p:blipFill rotWithShape="1">
          <a:blip r:embed="rId3">
            <a:alphaModFix/>
          </a:blip>
          <a:srcRect b="0" l="0" r="0" t="0"/>
          <a:stretch/>
        </p:blipFill>
        <p:spPr>
          <a:xfrm rot="-9044240">
            <a:off x="2482346" y="2982146"/>
            <a:ext cx="1090751" cy="115447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199" name="Shape 199"/>
        <p:cNvGrpSpPr/>
        <p:nvPr/>
      </p:nvGrpSpPr>
      <p:grpSpPr>
        <a:xfrm>
          <a:off x="0" y="0"/>
          <a:ext cx="0" cy="0"/>
          <a:chOff x="0" y="0"/>
          <a:chExt cx="0" cy="0"/>
        </a:xfrm>
      </p:grpSpPr>
      <p:sp>
        <p:nvSpPr>
          <p:cNvPr id="200" name="Google Shape;200;p23"/>
          <p:cNvSpPr txBox="1"/>
          <p:nvPr>
            <p:ph type="title"/>
          </p:nvPr>
        </p:nvSpPr>
        <p:spPr>
          <a:xfrm>
            <a:off x="2290050" y="3170482"/>
            <a:ext cx="4563900" cy="53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01" name="Google Shape;201;p23"/>
          <p:cNvSpPr txBox="1"/>
          <p:nvPr>
            <p:ph idx="1" type="subTitle"/>
          </p:nvPr>
        </p:nvSpPr>
        <p:spPr>
          <a:xfrm>
            <a:off x="2290050" y="1430182"/>
            <a:ext cx="4563900" cy="1740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pic>
        <p:nvPicPr>
          <p:cNvPr id="202" name="Google Shape;202;p23"/>
          <p:cNvPicPr preferRelativeResize="0"/>
          <p:nvPr/>
        </p:nvPicPr>
        <p:blipFill rotWithShape="1">
          <a:blip r:embed="rId2">
            <a:alphaModFix/>
          </a:blip>
          <a:srcRect b="0" l="0" r="0" t="0"/>
          <a:stretch/>
        </p:blipFill>
        <p:spPr>
          <a:xfrm flipH="1">
            <a:off x="-1939800" y="-3831250"/>
            <a:ext cx="5277651" cy="6723048"/>
          </a:xfrm>
          <a:prstGeom prst="rect">
            <a:avLst/>
          </a:prstGeom>
          <a:noFill/>
          <a:ln>
            <a:noFill/>
          </a:ln>
        </p:spPr>
      </p:pic>
      <p:pic>
        <p:nvPicPr>
          <p:cNvPr id="203" name="Google Shape;203;p23"/>
          <p:cNvPicPr preferRelativeResize="0"/>
          <p:nvPr/>
        </p:nvPicPr>
        <p:blipFill rotWithShape="1">
          <a:blip r:embed="rId3">
            <a:alphaModFix/>
          </a:blip>
          <a:srcRect b="0" l="0" r="0" t="0"/>
          <a:stretch/>
        </p:blipFill>
        <p:spPr>
          <a:xfrm rot="-2269313">
            <a:off x="6772178" y="2656570"/>
            <a:ext cx="2433750" cy="1906762"/>
          </a:xfrm>
          <a:prstGeom prst="rect">
            <a:avLst/>
          </a:prstGeom>
          <a:noFill/>
          <a:ln>
            <a:noFill/>
          </a:ln>
        </p:spPr>
      </p:pic>
      <p:pic>
        <p:nvPicPr>
          <p:cNvPr id="204" name="Google Shape;204;p23"/>
          <p:cNvPicPr preferRelativeResize="0"/>
          <p:nvPr/>
        </p:nvPicPr>
        <p:blipFill rotWithShape="1">
          <a:blip r:embed="rId4">
            <a:alphaModFix/>
          </a:blip>
          <a:srcRect b="0" l="0" r="0" t="0"/>
          <a:stretch/>
        </p:blipFill>
        <p:spPr>
          <a:xfrm rot="-2269271">
            <a:off x="7331811" y="2173228"/>
            <a:ext cx="1081077" cy="1081073"/>
          </a:xfrm>
          <a:prstGeom prst="rect">
            <a:avLst/>
          </a:prstGeom>
          <a:noFill/>
          <a:ln>
            <a:noFill/>
          </a:ln>
        </p:spPr>
      </p:pic>
      <p:pic>
        <p:nvPicPr>
          <p:cNvPr id="205" name="Google Shape;205;p23"/>
          <p:cNvPicPr preferRelativeResize="0"/>
          <p:nvPr/>
        </p:nvPicPr>
        <p:blipFill rotWithShape="1">
          <a:blip r:embed="rId4">
            <a:alphaModFix/>
          </a:blip>
          <a:srcRect b="0" l="0" r="0" t="0"/>
          <a:stretch/>
        </p:blipFill>
        <p:spPr>
          <a:xfrm rot="8100000">
            <a:off x="162741" y="2174348"/>
            <a:ext cx="1318861" cy="131886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6" name="Shape 206"/>
        <p:cNvGrpSpPr/>
        <p:nvPr/>
      </p:nvGrpSpPr>
      <p:grpSpPr>
        <a:xfrm>
          <a:off x="0" y="0"/>
          <a:ext cx="0" cy="0"/>
          <a:chOff x="0" y="0"/>
          <a:chExt cx="0" cy="0"/>
        </a:xfrm>
      </p:grpSpPr>
      <p:sp>
        <p:nvSpPr>
          <p:cNvPr id="207" name="Google Shape;207;p24"/>
          <p:cNvSpPr txBox="1"/>
          <p:nvPr>
            <p:ph type="title"/>
          </p:nvPr>
        </p:nvSpPr>
        <p:spPr>
          <a:xfrm>
            <a:off x="484175" y="377800"/>
            <a:ext cx="3447900" cy="13356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800"/>
              <a:buNone/>
              <a:defRPr/>
            </a:lvl1pPr>
            <a:lvl2pPr lvl="1" algn="r">
              <a:lnSpc>
                <a:spcPct val="100000"/>
              </a:lnSpc>
              <a:spcBef>
                <a:spcPts val="0"/>
              </a:spcBef>
              <a:spcAft>
                <a:spcPts val="0"/>
              </a:spcAft>
              <a:buSzPts val="2800"/>
              <a:buNone/>
              <a:defRPr/>
            </a:lvl2pPr>
            <a:lvl3pPr lvl="2" algn="r">
              <a:lnSpc>
                <a:spcPct val="100000"/>
              </a:lnSpc>
              <a:spcBef>
                <a:spcPts val="0"/>
              </a:spcBef>
              <a:spcAft>
                <a:spcPts val="0"/>
              </a:spcAft>
              <a:buSzPts val="2800"/>
              <a:buNone/>
              <a:defRPr/>
            </a:lvl3pPr>
            <a:lvl4pPr lvl="3" algn="r">
              <a:lnSpc>
                <a:spcPct val="100000"/>
              </a:lnSpc>
              <a:spcBef>
                <a:spcPts val="0"/>
              </a:spcBef>
              <a:spcAft>
                <a:spcPts val="0"/>
              </a:spcAft>
              <a:buSzPts val="2800"/>
              <a:buNone/>
              <a:defRPr/>
            </a:lvl4pPr>
            <a:lvl5pPr lvl="4" algn="r">
              <a:lnSpc>
                <a:spcPct val="100000"/>
              </a:lnSpc>
              <a:spcBef>
                <a:spcPts val="0"/>
              </a:spcBef>
              <a:spcAft>
                <a:spcPts val="0"/>
              </a:spcAft>
              <a:buSzPts val="2800"/>
              <a:buNone/>
              <a:defRPr/>
            </a:lvl5pPr>
            <a:lvl6pPr lvl="5" algn="r">
              <a:lnSpc>
                <a:spcPct val="100000"/>
              </a:lnSpc>
              <a:spcBef>
                <a:spcPts val="0"/>
              </a:spcBef>
              <a:spcAft>
                <a:spcPts val="0"/>
              </a:spcAft>
              <a:buSzPts val="2800"/>
              <a:buNone/>
              <a:defRPr/>
            </a:lvl6pPr>
            <a:lvl7pPr lvl="6" algn="r">
              <a:lnSpc>
                <a:spcPct val="100000"/>
              </a:lnSpc>
              <a:spcBef>
                <a:spcPts val="0"/>
              </a:spcBef>
              <a:spcAft>
                <a:spcPts val="0"/>
              </a:spcAft>
              <a:buSzPts val="2800"/>
              <a:buNone/>
              <a:defRPr/>
            </a:lvl7pPr>
            <a:lvl8pPr lvl="7" algn="r">
              <a:lnSpc>
                <a:spcPct val="100000"/>
              </a:lnSpc>
              <a:spcBef>
                <a:spcPts val="0"/>
              </a:spcBef>
              <a:spcAft>
                <a:spcPts val="0"/>
              </a:spcAft>
              <a:buSzPts val="2800"/>
              <a:buNone/>
              <a:defRPr/>
            </a:lvl8pPr>
            <a:lvl9pPr lvl="8" algn="r">
              <a:lnSpc>
                <a:spcPct val="100000"/>
              </a:lnSpc>
              <a:spcBef>
                <a:spcPts val="0"/>
              </a:spcBef>
              <a:spcAft>
                <a:spcPts val="0"/>
              </a:spcAft>
              <a:buSzPts val="2800"/>
              <a:buNone/>
              <a:defRPr/>
            </a:lvl9pPr>
          </a:lstStyle>
          <a:p/>
        </p:txBody>
      </p:sp>
      <p:pic>
        <p:nvPicPr>
          <p:cNvPr id="208" name="Google Shape;208;p24"/>
          <p:cNvPicPr preferRelativeResize="0"/>
          <p:nvPr/>
        </p:nvPicPr>
        <p:blipFill rotWithShape="1">
          <a:blip r:embed="rId2">
            <a:alphaModFix/>
          </a:blip>
          <a:srcRect b="0" l="0" r="0" t="0"/>
          <a:stretch/>
        </p:blipFill>
        <p:spPr>
          <a:xfrm rot="-2700007">
            <a:off x="674442" y="-523730"/>
            <a:ext cx="2972001" cy="313863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28">
    <p:spTree>
      <p:nvGrpSpPr>
        <p:cNvPr id="209" name="Shape 209"/>
        <p:cNvGrpSpPr/>
        <p:nvPr/>
      </p:nvGrpSpPr>
      <p:grpSpPr>
        <a:xfrm>
          <a:off x="0" y="0"/>
          <a:ext cx="0" cy="0"/>
          <a:chOff x="0" y="0"/>
          <a:chExt cx="0" cy="0"/>
        </a:xfrm>
      </p:grpSpPr>
      <p:sp>
        <p:nvSpPr>
          <p:cNvPr id="210" name="Google Shape;210;p25"/>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1" name="Google Shape;211;p25"/>
          <p:cNvSpPr txBox="1"/>
          <p:nvPr>
            <p:ph idx="2" type="title"/>
          </p:nvPr>
        </p:nvSpPr>
        <p:spPr>
          <a:xfrm>
            <a:off x="901887" y="2016273"/>
            <a:ext cx="1980000" cy="286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b="1" sz="2200"/>
            </a:lvl1pPr>
            <a:lvl2pPr lvl="1" algn="l">
              <a:lnSpc>
                <a:spcPct val="100000"/>
              </a:lnSpc>
              <a:spcBef>
                <a:spcPts val="0"/>
              </a:spcBef>
              <a:spcAft>
                <a:spcPts val="0"/>
              </a:spcAft>
              <a:buSzPts val="2200"/>
              <a:buNone/>
              <a:defRPr b="1" sz="2200"/>
            </a:lvl2pPr>
            <a:lvl3pPr lvl="2" algn="l">
              <a:lnSpc>
                <a:spcPct val="100000"/>
              </a:lnSpc>
              <a:spcBef>
                <a:spcPts val="0"/>
              </a:spcBef>
              <a:spcAft>
                <a:spcPts val="0"/>
              </a:spcAft>
              <a:buSzPts val="2200"/>
              <a:buNone/>
              <a:defRPr b="1" sz="2200"/>
            </a:lvl3pPr>
            <a:lvl4pPr lvl="3" algn="l">
              <a:lnSpc>
                <a:spcPct val="100000"/>
              </a:lnSpc>
              <a:spcBef>
                <a:spcPts val="0"/>
              </a:spcBef>
              <a:spcAft>
                <a:spcPts val="0"/>
              </a:spcAft>
              <a:buSzPts val="2200"/>
              <a:buNone/>
              <a:defRPr b="1" sz="2200"/>
            </a:lvl4pPr>
            <a:lvl5pPr lvl="4" algn="l">
              <a:lnSpc>
                <a:spcPct val="100000"/>
              </a:lnSpc>
              <a:spcBef>
                <a:spcPts val="0"/>
              </a:spcBef>
              <a:spcAft>
                <a:spcPts val="0"/>
              </a:spcAft>
              <a:buSzPts val="2200"/>
              <a:buNone/>
              <a:defRPr b="1" sz="2200"/>
            </a:lvl5pPr>
            <a:lvl6pPr lvl="5" algn="l">
              <a:lnSpc>
                <a:spcPct val="100000"/>
              </a:lnSpc>
              <a:spcBef>
                <a:spcPts val="0"/>
              </a:spcBef>
              <a:spcAft>
                <a:spcPts val="0"/>
              </a:spcAft>
              <a:buSzPts val="2200"/>
              <a:buNone/>
              <a:defRPr b="1" sz="2200"/>
            </a:lvl6pPr>
            <a:lvl7pPr lvl="6" algn="l">
              <a:lnSpc>
                <a:spcPct val="100000"/>
              </a:lnSpc>
              <a:spcBef>
                <a:spcPts val="0"/>
              </a:spcBef>
              <a:spcAft>
                <a:spcPts val="0"/>
              </a:spcAft>
              <a:buSzPts val="2200"/>
              <a:buNone/>
              <a:defRPr b="1" sz="2200"/>
            </a:lvl7pPr>
            <a:lvl8pPr lvl="7" algn="l">
              <a:lnSpc>
                <a:spcPct val="100000"/>
              </a:lnSpc>
              <a:spcBef>
                <a:spcPts val="0"/>
              </a:spcBef>
              <a:spcAft>
                <a:spcPts val="0"/>
              </a:spcAft>
              <a:buSzPts val="2200"/>
              <a:buNone/>
              <a:defRPr b="1" sz="2200"/>
            </a:lvl8pPr>
            <a:lvl9pPr lvl="8" algn="l">
              <a:lnSpc>
                <a:spcPct val="100000"/>
              </a:lnSpc>
              <a:spcBef>
                <a:spcPts val="0"/>
              </a:spcBef>
              <a:spcAft>
                <a:spcPts val="0"/>
              </a:spcAft>
              <a:buSzPts val="2200"/>
              <a:buNone/>
              <a:defRPr b="1" sz="2200"/>
            </a:lvl9pPr>
          </a:lstStyle>
          <a:p/>
        </p:txBody>
      </p:sp>
      <p:sp>
        <p:nvSpPr>
          <p:cNvPr id="212" name="Google Shape;212;p25"/>
          <p:cNvSpPr txBox="1"/>
          <p:nvPr>
            <p:ph idx="1" type="subTitle"/>
          </p:nvPr>
        </p:nvSpPr>
        <p:spPr>
          <a:xfrm>
            <a:off x="901875" y="2397025"/>
            <a:ext cx="1980000" cy="118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p25"/>
          <p:cNvSpPr txBox="1"/>
          <p:nvPr>
            <p:ph idx="3" type="title"/>
          </p:nvPr>
        </p:nvSpPr>
        <p:spPr>
          <a:xfrm>
            <a:off x="6192484" y="2015673"/>
            <a:ext cx="1980000" cy="28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b="1" sz="2200"/>
            </a:lvl1pPr>
            <a:lvl2pPr lvl="1" algn="l">
              <a:lnSpc>
                <a:spcPct val="100000"/>
              </a:lnSpc>
              <a:spcBef>
                <a:spcPts val="0"/>
              </a:spcBef>
              <a:spcAft>
                <a:spcPts val="0"/>
              </a:spcAft>
              <a:buSzPts val="2200"/>
              <a:buNone/>
              <a:defRPr b="1" sz="2200"/>
            </a:lvl2pPr>
            <a:lvl3pPr lvl="2" algn="l">
              <a:lnSpc>
                <a:spcPct val="100000"/>
              </a:lnSpc>
              <a:spcBef>
                <a:spcPts val="0"/>
              </a:spcBef>
              <a:spcAft>
                <a:spcPts val="0"/>
              </a:spcAft>
              <a:buSzPts val="2200"/>
              <a:buNone/>
              <a:defRPr b="1" sz="2200"/>
            </a:lvl3pPr>
            <a:lvl4pPr lvl="3" algn="l">
              <a:lnSpc>
                <a:spcPct val="100000"/>
              </a:lnSpc>
              <a:spcBef>
                <a:spcPts val="0"/>
              </a:spcBef>
              <a:spcAft>
                <a:spcPts val="0"/>
              </a:spcAft>
              <a:buSzPts val="2200"/>
              <a:buNone/>
              <a:defRPr b="1" sz="2200"/>
            </a:lvl4pPr>
            <a:lvl5pPr lvl="4" algn="l">
              <a:lnSpc>
                <a:spcPct val="100000"/>
              </a:lnSpc>
              <a:spcBef>
                <a:spcPts val="0"/>
              </a:spcBef>
              <a:spcAft>
                <a:spcPts val="0"/>
              </a:spcAft>
              <a:buSzPts val="2200"/>
              <a:buNone/>
              <a:defRPr b="1" sz="2200"/>
            </a:lvl5pPr>
            <a:lvl6pPr lvl="5" algn="l">
              <a:lnSpc>
                <a:spcPct val="100000"/>
              </a:lnSpc>
              <a:spcBef>
                <a:spcPts val="0"/>
              </a:spcBef>
              <a:spcAft>
                <a:spcPts val="0"/>
              </a:spcAft>
              <a:buSzPts val="2200"/>
              <a:buNone/>
              <a:defRPr b="1" sz="2200"/>
            </a:lvl6pPr>
            <a:lvl7pPr lvl="6" algn="l">
              <a:lnSpc>
                <a:spcPct val="100000"/>
              </a:lnSpc>
              <a:spcBef>
                <a:spcPts val="0"/>
              </a:spcBef>
              <a:spcAft>
                <a:spcPts val="0"/>
              </a:spcAft>
              <a:buSzPts val="2200"/>
              <a:buNone/>
              <a:defRPr b="1" sz="2200"/>
            </a:lvl7pPr>
            <a:lvl8pPr lvl="7" algn="l">
              <a:lnSpc>
                <a:spcPct val="100000"/>
              </a:lnSpc>
              <a:spcBef>
                <a:spcPts val="0"/>
              </a:spcBef>
              <a:spcAft>
                <a:spcPts val="0"/>
              </a:spcAft>
              <a:buSzPts val="2200"/>
              <a:buNone/>
              <a:defRPr b="1" sz="2200"/>
            </a:lvl8pPr>
            <a:lvl9pPr lvl="8" algn="l">
              <a:lnSpc>
                <a:spcPct val="100000"/>
              </a:lnSpc>
              <a:spcBef>
                <a:spcPts val="0"/>
              </a:spcBef>
              <a:spcAft>
                <a:spcPts val="0"/>
              </a:spcAft>
              <a:buSzPts val="2200"/>
              <a:buNone/>
              <a:defRPr b="1" sz="2200"/>
            </a:lvl9pPr>
          </a:lstStyle>
          <a:p/>
        </p:txBody>
      </p:sp>
      <p:sp>
        <p:nvSpPr>
          <p:cNvPr id="214" name="Google Shape;214;p25"/>
          <p:cNvSpPr txBox="1"/>
          <p:nvPr>
            <p:ph idx="4" type="subTitle"/>
          </p:nvPr>
        </p:nvSpPr>
        <p:spPr>
          <a:xfrm>
            <a:off x="3547172" y="2397025"/>
            <a:ext cx="1980000" cy="1183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25"/>
          <p:cNvSpPr txBox="1"/>
          <p:nvPr>
            <p:ph idx="5" type="title"/>
          </p:nvPr>
        </p:nvSpPr>
        <p:spPr>
          <a:xfrm>
            <a:off x="3547176" y="2016273"/>
            <a:ext cx="1980000" cy="286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b="1" sz="2200"/>
            </a:lvl1pPr>
            <a:lvl2pPr lvl="1" algn="l">
              <a:lnSpc>
                <a:spcPct val="100000"/>
              </a:lnSpc>
              <a:spcBef>
                <a:spcPts val="0"/>
              </a:spcBef>
              <a:spcAft>
                <a:spcPts val="0"/>
              </a:spcAft>
              <a:buSzPts val="2200"/>
              <a:buNone/>
              <a:defRPr b="1" sz="2200"/>
            </a:lvl2pPr>
            <a:lvl3pPr lvl="2" algn="l">
              <a:lnSpc>
                <a:spcPct val="100000"/>
              </a:lnSpc>
              <a:spcBef>
                <a:spcPts val="0"/>
              </a:spcBef>
              <a:spcAft>
                <a:spcPts val="0"/>
              </a:spcAft>
              <a:buSzPts val="2200"/>
              <a:buNone/>
              <a:defRPr b="1" sz="2200"/>
            </a:lvl3pPr>
            <a:lvl4pPr lvl="3" algn="l">
              <a:lnSpc>
                <a:spcPct val="100000"/>
              </a:lnSpc>
              <a:spcBef>
                <a:spcPts val="0"/>
              </a:spcBef>
              <a:spcAft>
                <a:spcPts val="0"/>
              </a:spcAft>
              <a:buSzPts val="2200"/>
              <a:buNone/>
              <a:defRPr b="1" sz="2200"/>
            </a:lvl4pPr>
            <a:lvl5pPr lvl="4" algn="l">
              <a:lnSpc>
                <a:spcPct val="100000"/>
              </a:lnSpc>
              <a:spcBef>
                <a:spcPts val="0"/>
              </a:spcBef>
              <a:spcAft>
                <a:spcPts val="0"/>
              </a:spcAft>
              <a:buSzPts val="2200"/>
              <a:buNone/>
              <a:defRPr b="1" sz="2200"/>
            </a:lvl5pPr>
            <a:lvl6pPr lvl="5" algn="l">
              <a:lnSpc>
                <a:spcPct val="100000"/>
              </a:lnSpc>
              <a:spcBef>
                <a:spcPts val="0"/>
              </a:spcBef>
              <a:spcAft>
                <a:spcPts val="0"/>
              </a:spcAft>
              <a:buSzPts val="2200"/>
              <a:buNone/>
              <a:defRPr b="1" sz="2200"/>
            </a:lvl6pPr>
            <a:lvl7pPr lvl="6" algn="l">
              <a:lnSpc>
                <a:spcPct val="100000"/>
              </a:lnSpc>
              <a:spcBef>
                <a:spcPts val="0"/>
              </a:spcBef>
              <a:spcAft>
                <a:spcPts val="0"/>
              </a:spcAft>
              <a:buSzPts val="2200"/>
              <a:buNone/>
              <a:defRPr b="1" sz="2200"/>
            </a:lvl7pPr>
            <a:lvl8pPr lvl="7" algn="l">
              <a:lnSpc>
                <a:spcPct val="100000"/>
              </a:lnSpc>
              <a:spcBef>
                <a:spcPts val="0"/>
              </a:spcBef>
              <a:spcAft>
                <a:spcPts val="0"/>
              </a:spcAft>
              <a:buSzPts val="2200"/>
              <a:buNone/>
              <a:defRPr b="1" sz="2200"/>
            </a:lvl8pPr>
            <a:lvl9pPr lvl="8" algn="l">
              <a:lnSpc>
                <a:spcPct val="100000"/>
              </a:lnSpc>
              <a:spcBef>
                <a:spcPts val="0"/>
              </a:spcBef>
              <a:spcAft>
                <a:spcPts val="0"/>
              </a:spcAft>
              <a:buSzPts val="2200"/>
              <a:buNone/>
              <a:defRPr b="1" sz="2200"/>
            </a:lvl9pPr>
          </a:lstStyle>
          <a:p/>
        </p:txBody>
      </p:sp>
      <p:sp>
        <p:nvSpPr>
          <p:cNvPr id="216" name="Google Shape;216;p25"/>
          <p:cNvSpPr txBox="1"/>
          <p:nvPr>
            <p:ph idx="6" type="subTitle"/>
          </p:nvPr>
        </p:nvSpPr>
        <p:spPr>
          <a:xfrm>
            <a:off x="6192478" y="2397025"/>
            <a:ext cx="1980000" cy="1185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17" name="Google Shape;217;p25"/>
          <p:cNvPicPr preferRelativeResize="0"/>
          <p:nvPr/>
        </p:nvPicPr>
        <p:blipFill rotWithShape="1">
          <a:blip r:embed="rId2">
            <a:alphaModFix/>
          </a:blip>
          <a:srcRect b="0" l="0" r="0" t="0"/>
          <a:stretch/>
        </p:blipFill>
        <p:spPr>
          <a:xfrm>
            <a:off x="6728100" y="3147651"/>
            <a:ext cx="5430749" cy="4254799"/>
          </a:xfrm>
          <a:prstGeom prst="rect">
            <a:avLst/>
          </a:prstGeom>
          <a:noFill/>
          <a:ln>
            <a:noFill/>
          </a:ln>
        </p:spPr>
      </p:pic>
      <p:pic>
        <p:nvPicPr>
          <p:cNvPr id="218" name="Google Shape;218;p25"/>
          <p:cNvPicPr preferRelativeResize="0"/>
          <p:nvPr/>
        </p:nvPicPr>
        <p:blipFill rotWithShape="1">
          <a:blip r:embed="rId3">
            <a:alphaModFix/>
          </a:blip>
          <a:srcRect b="0" l="0" r="0" t="0"/>
          <a:stretch/>
        </p:blipFill>
        <p:spPr>
          <a:xfrm rot="1164641">
            <a:off x="6856035" y="4322408"/>
            <a:ext cx="634003" cy="633987"/>
          </a:xfrm>
          <a:prstGeom prst="rect">
            <a:avLst/>
          </a:prstGeom>
          <a:noFill/>
          <a:ln>
            <a:noFill/>
          </a:ln>
        </p:spPr>
      </p:pic>
      <p:pic>
        <p:nvPicPr>
          <p:cNvPr id="219" name="Google Shape;219;p25"/>
          <p:cNvPicPr preferRelativeResize="0"/>
          <p:nvPr/>
        </p:nvPicPr>
        <p:blipFill rotWithShape="1">
          <a:blip r:embed="rId3">
            <a:alphaModFix/>
          </a:blip>
          <a:srcRect b="0" l="0" r="0" t="0"/>
          <a:stretch/>
        </p:blipFill>
        <p:spPr>
          <a:xfrm rot="5957898">
            <a:off x="7580748" y="138071"/>
            <a:ext cx="1150229" cy="1150197"/>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0" name="Shape 220"/>
        <p:cNvGrpSpPr/>
        <p:nvPr/>
      </p:nvGrpSpPr>
      <p:grpSpPr>
        <a:xfrm>
          <a:off x="0" y="0"/>
          <a:ext cx="0" cy="0"/>
          <a:chOff x="0" y="0"/>
          <a:chExt cx="0" cy="0"/>
        </a:xfrm>
      </p:grpSpPr>
      <p:sp>
        <p:nvSpPr>
          <p:cNvPr id="221" name="Google Shape;221;p26"/>
          <p:cNvSpPr txBox="1"/>
          <p:nvPr>
            <p:ph hasCustomPrompt="1" type="title"/>
          </p:nvPr>
        </p:nvSpPr>
        <p:spPr>
          <a:xfrm>
            <a:off x="1284000" y="1459475"/>
            <a:ext cx="6576000" cy="1511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222" name="Google Shape;222;p26"/>
          <p:cNvSpPr txBox="1"/>
          <p:nvPr>
            <p:ph idx="1" type="subTitle"/>
          </p:nvPr>
        </p:nvSpPr>
        <p:spPr>
          <a:xfrm>
            <a:off x="1284000" y="2970625"/>
            <a:ext cx="6576000" cy="71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223" name="Google Shape;223;p26"/>
          <p:cNvPicPr preferRelativeResize="0"/>
          <p:nvPr/>
        </p:nvPicPr>
        <p:blipFill rotWithShape="1">
          <a:blip r:embed="rId2">
            <a:alphaModFix/>
          </a:blip>
          <a:srcRect b="0" l="0" r="0" t="0"/>
          <a:stretch/>
        </p:blipFill>
        <p:spPr>
          <a:xfrm flipH="1">
            <a:off x="-1207027" y="-1894000"/>
            <a:ext cx="3565175" cy="4465751"/>
          </a:xfrm>
          <a:prstGeom prst="rect">
            <a:avLst/>
          </a:prstGeom>
          <a:noFill/>
          <a:ln>
            <a:noFill/>
          </a:ln>
        </p:spPr>
      </p:pic>
      <p:pic>
        <p:nvPicPr>
          <p:cNvPr id="224" name="Google Shape;224;p26"/>
          <p:cNvPicPr preferRelativeResize="0"/>
          <p:nvPr/>
        </p:nvPicPr>
        <p:blipFill rotWithShape="1">
          <a:blip r:embed="rId3">
            <a:alphaModFix/>
          </a:blip>
          <a:srcRect b="0" l="0" r="0" t="0"/>
          <a:stretch/>
        </p:blipFill>
        <p:spPr>
          <a:xfrm flipH="1">
            <a:off x="1631501" y="260723"/>
            <a:ext cx="1121725" cy="1187274"/>
          </a:xfrm>
          <a:prstGeom prst="rect">
            <a:avLst/>
          </a:prstGeom>
          <a:noFill/>
          <a:ln>
            <a:noFill/>
          </a:ln>
        </p:spPr>
      </p:pic>
      <p:pic>
        <p:nvPicPr>
          <p:cNvPr id="225" name="Google Shape;225;p26"/>
          <p:cNvPicPr preferRelativeResize="0"/>
          <p:nvPr/>
        </p:nvPicPr>
        <p:blipFill rotWithShape="1">
          <a:blip r:embed="rId4">
            <a:alphaModFix/>
          </a:blip>
          <a:srcRect b="0" l="0" r="0" t="0"/>
          <a:stretch/>
        </p:blipFill>
        <p:spPr>
          <a:xfrm>
            <a:off x="7035774" y="3102800"/>
            <a:ext cx="3202249" cy="250884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6" name="Shape 226"/>
        <p:cNvGrpSpPr/>
        <p:nvPr/>
      </p:nvGrpSpPr>
      <p:grpSpPr>
        <a:xfrm>
          <a:off x="0" y="0"/>
          <a:ext cx="0" cy="0"/>
          <a:chOff x="0" y="0"/>
          <a:chExt cx="0" cy="0"/>
        </a:xfrm>
      </p:grpSpPr>
      <p:sp>
        <p:nvSpPr>
          <p:cNvPr id="227" name="Google Shape;227;p27"/>
          <p:cNvSpPr txBox="1"/>
          <p:nvPr>
            <p:ph type="title"/>
          </p:nvPr>
        </p:nvSpPr>
        <p:spPr>
          <a:xfrm>
            <a:off x="632159" y="1735306"/>
            <a:ext cx="3048900" cy="449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a:lvl1pPr>
            <a:lvl2pPr lvl="1" algn="r">
              <a:lnSpc>
                <a:spcPct val="100000"/>
              </a:lnSpc>
              <a:spcBef>
                <a:spcPts val="0"/>
              </a:spcBef>
              <a:spcAft>
                <a:spcPts val="0"/>
              </a:spcAft>
              <a:buSzPts val="2800"/>
              <a:buNone/>
              <a:defRPr/>
            </a:lvl2pPr>
            <a:lvl3pPr lvl="2" algn="r">
              <a:lnSpc>
                <a:spcPct val="100000"/>
              </a:lnSpc>
              <a:spcBef>
                <a:spcPts val="0"/>
              </a:spcBef>
              <a:spcAft>
                <a:spcPts val="0"/>
              </a:spcAft>
              <a:buSzPts val="2800"/>
              <a:buNone/>
              <a:defRPr/>
            </a:lvl3pPr>
            <a:lvl4pPr lvl="3" algn="r">
              <a:lnSpc>
                <a:spcPct val="100000"/>
              </a:lnSpc>
              <a:spcBef>
                <a:spcPts val="0"/>
              </a:spcBef>
              <a:spcAft>
                <a:spcPts val="0"/>
              </a:spcAft>
              <a:buSzPts val="2800"/>
              <a:buNone/>
              <a:defRPr/>
            </a:lvl4pPr>
            <a:lvl5pPr lvl="4" algn="r">
              <a:lnSpc>
                <a:spcPct val="100000"/>
              </a:lnSpc>
              <a:spcBef>
                <a:spcPts val="0"/>
              </a:spcBef>
              <a:spcAft>
                <a:spcPts val="0"/>
              </a:spcAft>
              <a:buSzPts val="2800"/>
              <a:buNone/>
              <a:defRPr/>
            </a:lvl5pPr>
            <a:lvl6pPr lvl="5" algn="r">
              <a:lnSpc>
                <a:spcPct val="100000"/>
              </a:lnSpc>
              <a:spcBef>
                <a:spcPts val="0"/>
              </a:spcBef>
              <a:spcAft>
                <a:spcPts val="0"/>
              </a:spcAft>
              <a:buSzPts val="2800"/>
              <a:buNone/>
              <a:defRPr/>
            </a:lvl6pPr>
            <a:lvl7pPr lvl="6" algn="r">
              <a:lnSpc>
                <a:spcPct val="100000"/>
              </a:lnSpc>
              <a:spcBef>
                <a:spcPts val="0"/>
              </a:spcBef>
              <a:spcAft>
                <a:spcPts val="0"/>
              </a:spcAft>
              <a:buSzPts val="2800"/>
              <a:buNone/>
              <a:defRPr/>
            </a:lvl7pPr>
            <a:lvl8pPr lvl="7" algn="r">
              <a:lnSpc>
                <a:spcPct val="100000"/>
              </a:lnSpc>
              <a:spcBef>
                <a:spcPts val="0"/>
              </a:spcBef>
              <a:spcAft>
                <a:spcPts val="0"/>
              </a:spcAft>
              <a:buSzPts val="2800"/>
              <a:buNone/>
              <a:defRPr/>
            </a:lvl8pPr>
            <a:lvl9pPr lvl="8" algn="r">
              <a:lnSpc>
                <a:spcPct val="100000"/>
              </a:lnSpc>
              <a:spcBef>
                <a:spcPts val="0"/>
              </a:spcBef>
              <a:spcAft>
                <a:spcPts val="0"/>
              </a:spcAft>
              <a:buSzPts val="2800"/>
              <a:buNone/>
              <a:defRPr/>
            </a:lvl9pPr>
          </a:lstStyle>
          <a:p/>
        </p:txBody>
      </p:sp>
      <p:sp>
        <p:nvSpPr>
          <p:cNvPr id="228" name="Google Shape;228;p27"/>
          <p:cNvSpPr txBox="1"/>
          <p:nvPr>
            <p:ph idx="1" type="body"/>
          </p:nvPr>
        </p:nvSpPr>
        <p:spPr>
          <a:xfrm>
            <a:off x="632209" y="2198894"/>
            <a:ext cx="3048900" cy="1209300"/>
          </a:xfrm>
          <a:prstGeom prst="rect">
            <a:avLst/>
          </a:prstGeom>
          <a:noFill/>
          <a:ln>
            <a:noFill/>
          </a:ln>
        </p:spPr>
        <p:txBody>
          <a:bodyPr anchorCtr="0" anchor="t" bIns="91425" lIns="91425" spcFirstLastPara="1" rIns="91425" wrap="square" tIns="91425">
            <a:noAutofit/>
          </a:bodyPr>
          <a:lstStyle>
            <a:lvl1pPr indent="-342900" lvl="0" marL="457200" algn="r">
              <a:lnSpc>
                <a:spcPct val="100000"/>
              </a:lnSpc>
              <a:spcBef>
                <a:spcPts val="0"/>
              </a:spcBef>
              <a:spcAft>
                <a:spcPts val="0"/>
              </a:spcAft>
              <a:buSzPts val="1800"/>
              <a:buChar char="●"/>
              <a:defRPr sz="1400"/>
            </a:lvl1pPr>
            <a:lvl2pPr indent="-317500" lvl="1" marL="914400" algn="r">
              <a:lnSpc>
                <a:spcPct val="100000"/>
              </a:lnSpc>
              <a:spcBef>
                <a:spcPts val="0"/>
              </a:spcBef>
              <a:spcAft>
                <a:spcPts val="0"/>
              </a:spcAft>
              <a:buSzPts val="1400"/>
              <a:buChar char="○"/>
              <a:defRPr/>
            </a:lvl2pPr>
            <a:lvl3pPr indent="-317500" lvl="2" marL="1371600" algn="r">
              <a:lnSpc>
                <a:spcPct val="100000"/>
              </a:lnSpc>
              <a:spcBef>
                <a:spcPts val="0"/>
              </a:spcBef>
              <a:spcAft>
                <a:spcPts val="0"/>
              </a:spcAft>
              <a:buSzPts val="1400"/>
              <a:buChar char="■"/>
              <a:defRPr/>
            </a:lvl3pPr>
            <a:lvl4pPr indent="-317500" lvl="3" marL="1828800" algn="r">
              <a:lnSpc>
                <a:spcPct val="100000"/>
              </a:lnSpc>
              <a:spcBef>
                <a:spcPts val="0"/>
              </a:spcBef>
              <a:spcAft>
                <a:spcPts val="0"/>
              </a:spcAft>
              <a:buSzPts val="1400"/>
              <a:buChar char="●"/>
              <a:defRPr/>
            </a:lvl4pPr>
            <a:lvl5pPr indent="-317500" lvl="4" marL="2286000" algn="r">
              <a:lnSpc>
                <a:spcPct val="100000"/>
              </a:lnSpc>
              <a:spcBef>
                <a:spcPts val="0"/>
              </a:spcBef>
              <a:spcAft>
                <a:spcPts val="0"/>
              </a:spcAft>
              <a:buSzPts val="1400"/>
              <a:buChar char="○"/>
              <a:defRPr/>
            </a:lvl5pPr>
            <a:lvl6pPr indent="-317500" lvl="5" marL="2743200" algn="r">
              <a:lnSpc>
                <a:spcPct val="100000"/>
              </a:lnSpc>
              <a:spcBef>
                <a:spcPts val="0"/>
              </a:spcBef>
              <a:spcAft>
                <a:spcPts val="0"/>
              </a:spcAft>
              <a:buSzPts val="1400"/>
              <a:buChar char="■"/>
              <a:defRPr/>
            </a:lvl6pPr>
            <a:lvl7pPr indent="-317500" lvl="6" marL="3200400" algn="r">
              <a:lnSpc>
                <a:spcPct val="100000"/>
              </a:lnSpc>
              <a:spcBef>
                <a:spcPts val="0"/>
              </a:spcBef>
              <a:spcAft>
                <a:spcPts val="0"/>
              </a:spcAft>
              <a:buSzPts val="1400"/>
              <a:buChar char="●"/>
              <a:defRPr/>
            </a:lvl7pPr>
            <a:lvl8pPr indent="-317500" lvl="7" marL="3657600" algn="r">
              <a:lnSpc>
                <a:spcPct val="100000"/>
              </a:lnSpc>
              <a:spcBef>
                <a:spcPts val="0"/>
              </a:spcBef>
              <a:spcAft>
                <a:spcPts val="0"/>
              </a:spcAft>
              <a:buSzPts val="1400"/>
              <a:buChar char="○"/>
              <a:defRPr/>
            </a:lvl8pPr>
            <a:lvl9pPr indent="-317500" lvl="8" marL="4114800" algn="r">
              <a:lnSpc>
                <a:spcPct val="100000"/>
              </a:lnSpc>
              <a:spcBef>
                <a:spcPts val="0"/>
              </a:spcBef>
              <a:spcAft>
                <a:spcPts val="0"/>
              </a:spcAft>
              <a:buSzPts val="1400"/>
              <a:buChar char="■"/>
              <a:defRPr/>
            </a:lvl9pPr>
          </a:lstStyle>
          <a:p/>
        </p:txBody>
      </p:sp>
      <p:pic>
        <p:nvPicPr>
          <p:cNvPr id="229" name="Google Shape;229;p27"/>
          <p:cNvPicPr preferRelativeResize="0"/>
          <p:nvPr/>
        </p:nvPicPr>
        <p:blipFill rotWithShape="1">
          <a:blip r:embed="rId2">
            <a:alphaModFix/>
          </a:blip>
          <a:srcRect b="0" l="0" r="0" t="0"/>
          <a:stretch/>
        </p:blipFill>
        <p:spPr>
          <a:xfrm rot="2846203">
            <a:off x="293574" y="65276"/>
            <a:ext cx="1630675" cy="1834946"/>
          </a:xfrm>
          <a:prstGeom prst="rect">
            <a:avLst/>
          </a:prstGeom>
          <a:noFill/>
          <a:ln>
            <a:noFill/>
          </a:ln>
        </p:spPr>
      </p:pic>
      <p:pic>
        <p:nvPicPr>
          <p:cNvPr id="230" name="Google Shape;230;p27"/>
          <p:cNvPicPr preferRelativeResize="0"/>
          <p:nvPr/>
        </p:nvPicPr>
        <p:blipFill rotWithShape="1">
          <a:blip r:embed="rId3">
            <a:alphaModFix/>
          </a:blip>
          <a:srcRect b="0" l="0" r="0" t="0"/>
          <a:stretch/>
        </p:blipFill>
        <p:spPr>
          <a:xfrm flipH="1">
            <a:off x="1095476" y="3573100"/>
            <a:ext cx="4710674" cy="3690650"/>
          </a:xfrm>
          <a:prstGeom prst="rect">
            <a:avLst/>
          </a:prstGeom>
          <a:noFill/>
          <a:ln>
            <a:noFill/>
          </a:ln>
        </p:spPr>
      </p:pic>
      <p:pic>
        <p:nvPicPr>
          <p:cNvPr id="231" name="Google Shape;231;p27"/>
          <p:cNvPicPr preferRelativeResize="0"/>
          <p:nvPr/>
        </p:nvPicPr>
        <p:blipFill rotWithShape="1">
          <a:blip r:embed="rId4">
            <a:alphaModFix/>
          </a:blip>
          <a:srcRect b="0" l="0" r="0" t="0"/>
          <a:stretch/>
        </p:blipFill>
        <p:spPr>
          <a:xfrm rot="-8853805">
            <a:off x="801336" y="571578"/>
            <a:ext cx="784590" cy="78459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4">
    <p:spTree>
      <p:nvGrpSpPr>
        <p:cNvPr id="232" name="Shape 232"/>
        <p:cNvGrpSpPr/>
        <p:nvPr/>
      </p:nvGrpSpPr>
      <p:grpSpPr>
        <a:xfrm>
          <a:off x="0" y="0"/>
          <a:ext cx="0" cy="0"/>
          <a:chOff x="0" y="0"/>
          <a:chExt cx="0" cy="0"/>
        </a:xfrm>
      </p:grpSpPr>
      <p:sp>
        <p:nvSpPr>
          <p:cNvPr id="233" name="Google Shape;233;p28"/>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34" name="Google Shape;234;p28"/>
          <p:cNvPicPr preferRelativeResize="0"/>
          <p:nvPr/>
        </p:nvPicPr>
        <p:blipFill rotWithShape="1">
          <a:blip r:embed="rId2">
            <a:alphaModFix/>
          </a:blip>
          <a:srcRect b="0" l="0" r="0" t="0"/>
          <a:stretch/>
        </p:blipFill>
        <p:spPr>
          <a:xfrm rot="1164755">
            <a:off x="150899" y="154208"/>
            <a:ext cx="527228" cy="527258"/>
          </a:xfrm>
          <a:prstGeom prst="rect">
            <a:avLst/>
          </a:prstGeom>
          <a:noFill/>
          <a:ln>
            <a:noFill/>
          </a:ln>
        </p:spPr>
      </p:pic>
      <p:pic>
        <p:nvPicPr>
          <p:cNvPr id="235" name="Google Shape;235;p28"/>
          <p:cNvPicPr preferRelativeResize="0"/>
          <p:nvPr/>
        </p:nvPicPr>
        <p:blipFill rotWithShape="1">
          <a:blip r:embed="rId3">
            <a:alphaModFix/>
          </a:blip>
          <a:srcRect b="0" l="0" r="0" t="0"/>
          <a:stretch/>
        </p:blipFill>
        <p:spPr>
          <a:xfrm flipH="1" rot="4690383">
            <a:off x="7313312" y="210784"/>
            <a:ext cx="1064275" cy="1126482"/>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5">
    <p:spTree>
      <p:nvGrpSpPr>
        <p:cNvPr id="236" name="Shape 236"/>
        <p:cNvGrpSpPr/>
        <p:nvPr/>
      </p:nvGrpSpPr>
      <p:grpSpPr>
        <a:xfrm>
          <a:off x="0" y="0"/>
          <a:ext cx="0" cy="0"/>
          <a:chOff x="0" y="0"/>
          <a:chExt cx="0" cy="0"/>
        </a:xfrm>
      </p:grpSpPr>
      <p:sp>
        <p:nvSpPr>
          <p:cNvPr id="237" name="Google Shape;237;p29"/>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38" name="Google Shape;238;p29"/>
          <p:cNvPicPr preferRelativeResize="0"/>
          <p:nvPr/>
        </p:nvPicPr>
        <p:blipFill rotWithShape="1">
          <a:blip r:embed="rId2">
            <a:alphaModFix/>
          </a:blip>
          <a:srcRect b="0" l="0" r="0" t="0"/>
          <a:stretch/>
        </p:blipFill>
        <p:spPr>
          <a:xfrm flipH="1" rot="-2846205">
            <a:off x="7699226" y="160927"/>
            <a:ext cx="1197651" cy="1347678"/>
          </a:xfrm>
          <a:prstGeom prst="rect">
            <a:avLst/>
          </a:prstGeom>
          <a:noFill/>
          <a:ln>
            <a:noFill/>
          </a:ln>
        </p:spPr>
      </p:pic>
      <p:pic>
        <p:nvPicPr>
          <p:cNvPr id="239" name="Google Shape;239;p29"/>
          <p:cNvPicPr preferRelativeResize="0"/>
          <p:nvPr/>
        </p:nvPicPr>
        <p:blipFill rotWithShape="1">
          <a:blip r:embed="rId3">
            <a:alphaModFix/>
          </a:blip>
          <a:srcRect b="0" l="0" r="0" t="0"/>
          <a:stretch/>
        </p:blipFill>
        <p:spPr>
          <a:xfrm flipH="1" rot="8853798">
            <a:off x="7947709" y="532781"/>
            <a:ext cx="576244" cy="576242"/>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4">
    <p:spTree>
      <p:nvGrpSpPr>
        <p:cNvPr id="240" name="Shape 240"/>
        <p:cNvGrpSpPr/>
        <p:nvPr/>
      </p:nvGrpSpPr>
      <p:grpSpPr>
        <a:xfrm>
          <a:off x="0" y="0"/>
          <a:ext cx="0" cy="0"/>
          <a:chOff x="0" y="0"/>
          <a:chExt cx="0" cy="0"/>
        </a:xfrm>
      </p:grpSpPr>
      <p:sp>
        <p:nvSpPr>
          <p:cNvPr id="241" name="Google Shape;241;p30"/>
          <p:cNvSpPr txBox="1"/>
          <p:nvPr>
            <p:ph type="title"/>
          </p:nvPr>
        </p:nvSpPr>
        <p:spPr>
          <a:xfrm>
            <a:off x="720000" y="1759050"/>
            <a:ext cx="23055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242" name="Google Shape;242;p30"/>
          <p:cNvSpPr txBox="1"/>
          <p:nvPr>
            <p:ph idx="1" type="subTitle"/>
          </p:nvPr>
        </p:nvSpPr>
        <p:spPr>
          <a:xfrm>
            <a:off x="720000" y="219317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3" name="Google Shape;243;p30"/>
          <p:cNvSpPr txBox="1"/>
          <p:nvPr>
            <p:ph idx="2" type="title"/>
          </p:nvPr>
        </p:nvSpPr>
        <p:spPr>
          <a:xfrm>
            <a:off x="3419269" y="1759050"/>
            <a:ext cx="23055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244" name="Google Shape;244;p30"/>
          <p:cNvSpPr txBox="1"/>
          <p:nvPr>
            <p:ph idx="3" type="subTitle"/>
          </p:nvPr>
        </p:nvSpPr>
        <p:spPr>
          <a:xfrm>
            <a:off x="3419269" y="219317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5" name="Google Shape;245;p30"/>
          <p:cNvSpPr txBox="1"/>
          <p:nvPr>
            <p:ph idx="4" type="title"/>
          </p:nvPr>
        </p:nvSpPr>
        <p:spPr>
          <a:xfrm>
            <a:off x="720000" y="3192450"/>
            <a:ext cx="23055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246" name="Google Shape;246;p30"/>
          <p:cNvSpPr txBox="1"/>
          <p:nvPr>
            <p:ph idx="5" type="subTitle"/>
          </p:nvPr>
        </p:nvSpPr>
        <p:spPr>
          <a:xfrm>
            <a:off x="720000" y="362657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7" name="Google Shape;247;p30"/>
          <p:cNvSpPr txBox="1"/>
          <p:nvPr>
            <p:ph idx="6" type="title"/>
          </p:nvPr>
        </p:nvSpPr>
        <p:spPr>
          <a:xfrm>
            <a:off x="3419269" y="3192450"/>
            <a:ext cx="23055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248" name="Google Shape;248;p30"/>
          <p:cNvSpPr txBox="1"/>
          <p:nvPr>
            <p:ph idx="7" type="subTitle"/>
          </p:nvPr>
        </p:nvSpPr>
        <p:spPr>
          <a:xfrm>
            <a:off x="3419269" y="362657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9" name="Google Shape;249;p30"/>
          <p:cNvSpPr txBox="1"/>
          <p:nvPr>
            <p:ph idx="8" type="title"/>
          </p:nvPr>
        </p:nvSpPr>
        <p:spPr>
          <a:xfrm>
            <a:off x="6118545" y="1759050"/>
            <a:ext cx="23055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250" name="Google Shape;250;p30"/>
          <p:cNvSpPr txBox="1"/>
          <p:nvPr>
            <p:ph idx="9" type="subTitle"/>
          </p:nvPr>
        </p:nvSpPr>
        <p:spPr>
          <a:xfrm>
            <a:off x="6118545" y="219317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1" name="Google Shape;251;p30"/>
          <p:cNvSpPr txBox="1"/>
          <p:nvPr>
            <p:ph idx="13" type="title"/>
          </p:nvPr>
        </p:nvSpPr>
        <p:spPr>
          <a:xfrm>
            <a:off x="6118545" y="3192450"/>
            <a:ext cx="23055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252" name="Google Shape;252;p30"/>
          <p:cNvSpPr txBox="1"/>
          <p:nvPr>
            <p:ph idx="14" type="subTitle"/>
          </p:nvPr>
        </p:nvSpPr>
        <p:spPr>
          <a:xfrm>
            <a:off x="6118545" y="362657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3" name="Google Shape;253;p30"/>
          <p:cNvSpPr txBox="1"/>
          <p:nvPr>
            <p:ph idx="15"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54" name="Google Shape;254;p30"/>
          <p:cNvPicPr preferRelativeResize="0"/>
          <p:nvPr/>
        </p:nvPicPr>
        <p:blipFill rotWithShape="1">
          <a:blip r:embed="rId2">
            <a:alphaModFix/>
          </a:blip>
          <a:srcRect b="0" l="0" r="0" t="0"/>
          <a:stretch/>
        </p:blipFill>
        <p:spPr>
          <a:xfrm>
            <a:off x="5287125" y="-2960550"/>
            <a:ext cx="5921451" cy="4639251"/>
          </a:xfrm>
          <a:prstGeom prst="rect">
            <a:avLst/>
          </a:prstGeom>
          <a:noFill/>
          <a:ln>
            <a:noFill/>
          </a:ln>
        </p:spPr>
      </p:pic>
      <p:pic>
        <p:nvPicPr>
          <p:cNvPr id="255" name="Google Shape;255;p30"/>
          <p:cNvPicPr preferRelativeResize="0"/>
          <p:nvPr/>
        </p:nvPicPr>
        <p:blipFill rotWithShape="1">
          <a:blip r:embed="rId3">
            <a:alphaModFix/>
          </a:blip>
          <a:srcRect b="0" l="0" r="0" t="0"/>
          <a:stretch/>
        </p:blipFill>
        <p:spPr>
          <a:xfrm rot="1164753">
            <a:off x="5912442" y="758778"/>
            <a:ext cx="808492" cy="808537"/>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7">
    <p:spTree>
      <p:nvGrpSpPr>
        <p:cNvPr id="256" name="Shape 256"/>
        <p:cNvGrpSpPr/>
        <p:nvPr/>
      </p:nvGrpSpPr>
      <p:grpSpPr>
        <a:xfrm>
          <a:off x="0" y="0"/>
          <a:ext cx="0" cy="0"/>
          <a:chOff x="0" y="0"/>
          <a:chExt cx="0" cy="0"/>
        </a:xfrm>
      </p:grpSpPr>
      <p:sp>
        <p:nvSpPr>
          <p:cNvPr id="257" name="Google Shape;257;p31"/>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58" name="Google Shape;258;p31"/>
          <p:cNvPicPr preferRelativeResize="0"/>
          <p:nvPr/>
        </p:nvPicPr>
        <p:blipFill rotWithShape="1">
          <a:blip r:embed="rId2">
            <a:alphaModFix/>
          </a:blip>
          <a:srcRect b="0" l="0" r="0" t="0"/>
          <a:stretch/>
        </p:blipFill>
        <p:spPr>
          <a:xfrm rot="-7669085">
            <a:off x="-1037613" y="1284719"/>
            <a:ext cx="2819415" cy="3531605"/>
          </a:xfrm>
          <a:prstGeom prst="rect">
            <a:avLst/>
          </a:prstGeom>
          <a:noFill/>
          <a:ln>
            <a:noFill/>
          </a:ln>
        </p:spPr>
      </p:pic>
      <p:pic>
        <p:nvPicPr>
          <p:cNvPr id="259" name="Google Shape;259;p31"/>
          <p:cNvPicPr preferRelativeResize="0"/>
          <p:nvPr/>
        </p:nvPicPr>
        <p:blipFill rotWithShape="1">
          <a:blip r:embed="rId3">
            <a:alphaModFix/>
          </a:blip>
          <a:srcRect b="0" l="0" r="0" t="0"/>
          <a:stretch/>
        </p:blipFill>
        <p:spPr>
          <a:xfrm rot="-5913327">
            <a:off x="447780" y="3749875"/>
            <a:ext cx="1090751" cy="1154478"/>
          </a:xfrm>
          <a:prstGeom prst="rect">
            <a:avLst/>
          </a:prstGeom>
          <a:noFill/>
          <a:ln>
            <a:noFill/>
          </a:ln>
        </p:spPr>
      </p:pic>
      <p:pic>
        <p:nvPicPr>
          <p:cNvPr id="260" name="Google Shape;260;p31"/>
          <p:cNvPicPr preferRelativeResize="0"/>
          <p:nvPr/>
        </p:nvPicPr>
        <p:blipFill rotWithShape="1">
          <a:blip r:embed="rId4">
            <a:alphaModFix/>
          </a:blip>
          <a:srcRect b="0" l="0" r="0" t="0"/>
          <a:stretch/>
        </p:blipFill>
        <p:spPr>
          <a:xfrm rot="5400000">
            <a:off x="7314398" y="349026"/>
            <a:ext cx="1459850" cy="145985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2">
    <p:spTree>
      <p:nvGrpSpPr>
        <p:cNvPr id="261" name="Shape 261"/>
        <p:cNvGrpSpPr/>
        <p:nvPr/>
      </p:nvGrpSpPr>
      <p:grpSpPr>
        <a:xfrm>
          <a:off x="0" y="0"/>
          <a:ext cx="0" cy="0"/>
          <a:chOff x="0" y="0"/>
          <a:chExt cx="0" cy="0"/>
        </a:xfrm>
      </p:grpSpPr>
      <p:sp>
        <p:nvSpPr>
          <p:cNvPr id="262" name="Google Shape;262;p32"/>
          <p:cNvSpPr txBox="1"/>
          <p:nvPr>
            <p:ph type="title"/>
          </p:nvPr>
        </p:nvSpPr>
        <p:spPr>
          <a:xfrm>
            <a:off x="1500663" y="1509594"/>
            <a:ext cx="28671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263" name="Google Shape;263;p32"/>
          <p:cNvSpPr txBox="1"/>
          <p:nvPr>
            <p:ph idx="1" type="subTitle"/>
          </p:nvPr>
        </p:nvSpPr>
        <p:spPr>
          <a:xfrm>
            <a:off x="1798272" y="1977425"/>
            <a:ext cx="22719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4" name="Google Shape;264;p32"/>
          <p:cNvSpPr txBox="1"/>
          <p:nvPr>
            <p:ph idx="2" type="title"/>
          </p:nvPr>
        </p:nvSpPr>
        <p:spPr>
          <a:xfrm>
            <a:off x="4776243" y="1509594"/>
            <a:ext cx="28671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265" name="Google Shape;265;p32"/>
          <p:cNvSpPr txBox="1"/>
          <p:nvPr>
            <p:ph idx="3" type="subTitle"/>
          </p:nvPr>
        </p:nvSpPr>
        <p:spPr>
          <a:xfrm>
            <a:off x="5073849" y="1977425"/>
            <a:ext cx="22719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6" name="Google Shape;266;p32"/>
          <p:cNvSpPr txBox="1"/>
          <p:nvPr>
            <p:ph idx="4" type="title"/>
          </p:nvPr>
        </p:nvSpPr>
        <p:spPr>
          <a:xfrm>
            <a:off x="1500663" y="3357700"/>
            <a:ext cx="28671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267" name="Google Shape;267;p32"/>
          <p:cNvSpPr txBox="1"/>
          <p:nvPr>
            <p:ph idx="5" type="subTitle"/>
          </p:nvPr>
        </p:nvSpPr>
        <p:spPr>
          <a:xfrm>
            <a:off x="1798272" y="3825526"/>
            <a:ext cx="22719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8" name="Google Shape;268;p32"/>
          <p:cNvSpPr txBox="1"/>
          <p:nvPr>
            <p:ph idx="6" type="title"/>
          </p:nvPr>
        </p:nvSpPr>
        <p:spPr>
          <a:xfrm>
            <a:off x="4776243" y="3357700"/>
            <a:ext cx="28671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269" name="Google Shape;269;p32"/>
          <p:cNvSpPr txBox="1"/>
          <p:nvPr>
            <p:ph idx="7" type="subTitle"/>
          </p:nvPr>
        </p:nvSpPr>
        <p:spPr>
          <a:xfrm>
            <a:off x="5073849" y="3825526"/>
            <a:ext cx="22719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0" name="Google Shape;270;p32"/>
          <p:cNvSpPr txBox="1"/>
          <p:nvPr>
            <p:ph idx="8"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71" name="Google Shape;271;p32"/>
          <p:cNvPicPr preferRelativeResize="0"/>
          <p:nvPr/>
        </p:nvPicPr>
        <p:blipFill rotWithShape="1">
          <a:blip r:embed="rId2">
            <a:alphaModFix/>
          </a:blip>
          <a:srcRect b="0" l="0" r="0" t="0"/>
          <a:stretch/>
        </p:blipFill>
        <p:spPr>
          <a:xfrm>
            <a:off x="6706076" y="-1894000"/>
            <a:ext cx="3565175" cy="4465751"/>
          </a:xfrm>
          <a:prstGeom prst="rect">
            <a:avLst/>
          </a:prstGeom>
          <a:noFill/>
          <a:ln>
            <a:noFill/>
          </a:ln>
        </p:spPr>
      </p:pic>
      <p:pic>
        <p:nvPicPr>
          <p:cNvPr id="272" name="Google Shape;272;p32"/>
          <p:cNvPicPr preferRelativeResize="0"/>
          <p:nvPr/>
        </p:nvPicPr>
        <p:blipFill rotWithShape="1">
          <a:blip r:embed="rId3">
            <a:alphaModFix/>
          </a:blip>
          <a:srcRect b="0" l="0" r="0" t="0"/>
          <a:stretch/>
        </p:blipFill>
        <p:spPr>
          <a:xfrm>
            <a:off x="6310998" y="260723"/>
            <a:ext cx="1121725" cy="1187274"/>
          </a:xfrm>
          <a:prstGeom prst="rect">
            <a:avLst/>
          </a:prstGeom>
          <a:noFill/>
          <a:ln>
            <a:noFill/>
          </a:ln>
        </p:spPr>
      </p:pic>
      <p:pic>
        <p:nvPicPr>
          <p:cNvPr id="273" name="Google Shape;273;p32"/>
          <p:cNvPicPr preferRelativeResize="0"/>
          <p:nvPr/>
        </p:nvPicPr>
        <p:blipFill rotWithShape="1">
          <a:blip r:embed="rId4">
            <a:alphaModFix/>
          </a:blip>
          <a:srcRect b="0" l="0" r="0" t="0"/>
          <a:stretch/>
        </p:blipFill>
        <p:spPr>
          <a:xfrm rot="-4969269">
            <a:off x="94679" y="3328671"/>
            <a:ext cx="1616669" cy="1616665"/>
          </a:xfrm>
          <a:prstGeom prst="rect">
            <a:avLst/>
          </a:prstGeom>
          <a:noFill/>
          <a:ln>
            <a:noFill/>
          </a:ln>
        </p:spPr>
      </p:pic>
      <p:pic>
        <p:nvPicPr>
          <p:cNvPr id="274" name="Google Shape;274;p32"/>
          <p:cNvPicPr preferRelativeResize="0"/>
          <p:nvPr/>
        </p:nvPicPr>
        <p:blipFill rotWithShape="1">
          <a:blip r:embed="rId3">
            <a:alphaModFix/>
          </a:blip>
          <a:srcRect b="0" l="0" r="0" t="0"/>
          <a:stretch/>
        </p:blipFill>
        <p:spPr>
          <a:xfrm flipH="1" rot="-10097946">
            <a:off x="772515" y="2868679"/>
            <a:ext cx="659361" cy="697908"/>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5">
    <p:spTree>
      <p:nvGrpSpPr>
        <p:cNvPr id="275" name="Shape 275"/>
        <p:cNvGrpSpPr/>
        <p:nvPr/>
      </p:nvGrpSpPr>
      <p:grpSpPr>
        <a:xfrm>
          <a:off x="0" y="0"/>
          <a:ext cx="0" cy="0"/>
          <a:chOff x="0" y="0"/>
          <a:chExt cx="0" cy="0"/>
        </a:xfrm>
      </p:grpSpPr>
      <p:sp>
        <p:nvSpPr>
          <p:cNvPr id="276" name="Google Shape;276;p33"/>
          <p:cNvSpPr txBox="1"/>
          <p:nvPr>
            <p:ph idx="1" type="subTitle"/>
          </p:nvPr>
        </p:nvSpPr>
        <p:spPr>
          <a:xfrm>
            <a:off x="1819350" y="1205425"/>
            <a:ext cx="5505300" cy="440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9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7" name="Google Shape;277;p33"/>
          <p:cNvSpPr txBox="1"/>
          <p:nvPr>
            <p:ph type="title"/>
          </p:nvPr>
        </p:nvSpPr>
        <p:spPr>
          <a:xfrm>
            <a:off x="2120255" y="540000"/>
            <a:ext cx="4903500" cy="673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78" name="Google Shape;278;p33"/>
          <p:cNvSpPr txBox="1"/>
          <p:nvPr>
            <p:ph idx="2" type="subTitle"/>
          </p:nvPr>
        </p:nvSpPr>
        <p:spPr>
          <a:xfrm>
            <a:off x="1819350" y="2684200"/>
            <a:ext cx="5505300" cy="440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9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9" name="Google Shape;279;p33"/>
          <p:cNvSpPr txBox="1"/>
          <p:nvPr>
            <p:ph idx="3" type="title"/>
          </p:nvPr>
        </p:nvSpPr>
        <p:spPr>
          <a:xfrm>
            <a:off x="2120250" y="2018770"/>
            <a:ext cx="4903500" cy="673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800"/>
              <a:buNone/>
              <a:defRPr>
                <a:solidFill>
                  <a:schemeClr val="lt1"/>
                </a:solidFill>
              </a:defRPr>
            </a:lvl1pPr>
            <a:lvl2pPr lvl="1" algn="l">
              <a:lnSpc>
                <a:spcPct val="100000"/>
              </a:lnSpc>
              <a:spcBef>
                <a:spcPts val="0"/>
              </a:spcBef>
              <a:spcAft>
                <a:spcPts val="0"/>
              </a:spcAft>
              <a:buClr>
                <a:schemeClr val="accent2"/>
              </a:buClr>
              <a:buSzPts val="3000"/>
              <a:buNone/>
              <a:defRPr sz="3000">
                <a:solidFill>
                  <a:schemeClr val="accent2"/>
                </a:solidFill>
              </a:defRPr>
            </a:lvl2pPr>
            <a:lvl3pPr lvl="2" algn="l">
              <a:lnSpc>
                <a:spcPct val="100000"/>
              </a:lnSpc>
              <a:spcBef>
                <a:spcPts val="0"/>
              </a:spcBef>
              <a:spcAft>
                <a:spcPts val="0"/>
              </a:spcAft>
              <a:buClr>
                <a:schemeClr val="accent2"/>
              </a:buClr>
              <a:buSzPts val="3000"/>
              <a:buNone/>
              <a:defRPr sz="3000">
                <a:solidFill>
                  <a:schemeClr val="accent2"/>
                </a:solidFill>
              </a:defRPr>
            </a:lvl3pPr>
            <a:lvl4pPr lvl="3" algn="l">
              <a:lnSpc>
                <a:spcPct val="100000"/>
              </a:lnSpc>
              <a:spcBef>
                <a:spcPts val="0"/>
              </a:spcBef>
              <a:spcAft>
                <a:spcPts val="0"/>
              </a:spcAft>
              <a:buClr>
                <a:schemeClr val="accent2"/>
              </a:buClr>
              <a:buSzPts val="3000"/>
              <a:buNone/>
              <a:defRPr sz="3000">
                <a:solidFill>
                  <a:schemeClr val="accent2"/>
                </a:solidFill>
              </a:defRPr>
            </a:lvl4pPr>
            <a:lvl5pPr lvl="4" algn="l">
              <a:lnSpc>
                <a:spcPct val="100000"/>
              </a:lnSpc>
              <a:spcBef>
                <a:spcPts val="0"/>
              </a:spcBef>
              <a:spcAft>
                <a:spcPts val="0"/>
              </a:spcAft>
              <a:buClr>
                <a:schemeClr val="accent2"/>
              </a:buClr>
              <a:buSzPts val="3000"/>
              <a:buNone/>
              <a:defRPr sz="3000">
                <a:solidFill>
                  <a:schemeClr val="accent2"/>
                </a:solidFill>
              </a:defRPr>
            </a:lvl5pPr>
            <a:lvl6pPr lvl="5" algn="l">
              <a:lnSpc>
                <a:spcPct val="100000"/>
              </a:lnSpc>
              <a:spcBef>
                <a:spcPts val="0"/>
              </a:spcBef>
              <a:spcAft>
                <a:spcPts val="0"/>
              </a:spcAft>
              <a:buClr>
                <a:schemeClr val="accent2"/>
              </a:buClr>
              <a:buSzPts val="3000"/>
              <a:buNone/>
              <a:defRPr sz="3000">
                <a:solidFill>
                  <a:schemeClr val="accent2"/>
                </a:solidFill>
              </a:defRPr>
            </a:lvl6pPr>
            <a:lvl7pPr lvl="6" algn="l">
              <a:lnSpc>
                <a:spcPct val="100000"/>
              </a:lnSpc>
              <a:spcBef>
                <a:spcPts val="0"/>
              </a:spcBef>
              <a:spcAft>
                <a:spcPts val="0"/>
              </a:spcAft>
              <a:buClr>
                <a:schemeClr val="accent2"/>
              </a:buClr>
              <a:buSzPts val="3000"/>
              <a:buNone/>
              <a:defRPr sz="3000">
                <a:solidFill>
                  <a:schemeClr val="accent2"/>
                </a:solidFill>
              </a:defRPr>
            </a:lvl7pPr>
            <a:lvl8pPr lvl="7" algn="l">
              <a:lnSpc>
                <a:spcPct val="100000"/>
              </a:lnSpc>
              <a:spcBef>
                <a:spcPts val="0"/>
              </a:spcBef>
              <a:spcAft>
                <a:spcPts val="0"/>
              </a:spcAft>
              <a:buClr>
                <a:schemeClr val="accent2"/>
              </a:buClr>
              <a:buSzPts val="3000"/>
              <a:buNone/>
              <a:defRPr sz="3000">
                <a:solidFill>
                  <a:schemeClr val="accent2"/>
                </a:solidFill>
              </a:defRPr>
            </a:lvl8pPr>
            <a:lvl9pPr lvl="8" algn="l">
              <a:lnSpc>
                <a:spcPct val="100000"/>
              </a:lnSpc>
              <a:spcBef>
                <a:spcPts val="0"/>
              </a:spcBef>
              <a:spcAft>
                <a:spcPts val="0"/>
              </a:spcAft>
              <a:buClr>
                <a:schemeClr val="accent2"/>
              </a:buClr>
              <a:buSzPts val="3000"/>
              <a:buNone/>
              <a:defRPr sz="3000">
                <a:solidFill>
                  <a:schemeClr val="accent2"/>
                </a:solidFill>
              </a:defRPr>
            </a:lvl9pPr>
          </a:lstStyle>
          <a:p/>
        </p:txBody>
      </p:sp>
      <p:sp>
        <p:nvSpPr>
          <p:cNvPr id="280" name="Google Shape;280;p33"/>
          <p:cNvSpPr txBox="1"/>
          <p:nvPr>
            <p:ph idx="4" type="subTitle"/>
          </p:nvPr>
        </p:nvSpPr>
        <p:spPr>
          <a:xfrm>
            <a:off x="1819352" y="4162975"/>
            <a:ext cx="5505300" cy="440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9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 name="Google Shape;281;p33"/>
          <p:cNvSpPr txBox="1"/>
          <p:nvPr>
            <p:ph idx="5" type="title"/>
          </p:nvPr>
        </p:nvSpPr>
        <p:spPr>
          <a:xfrm>
            <a:off x="2120253" y="3497540"/>
            <a:ext cx="4903500" cy="673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pic>
        <p:nvPicPr>
          <p:cNvPr id="282" name="Google Shape;282;p33"/>
          <p:cNvPicPr preferRelativeResize="0"/>
          <p:nvPr/>
        </p:nvPicPr>
        <p:blipFill rotWithShape="1">
          <a:blip r:embed="rId2">
            <a:alphaModFix/>
          </a:blip>
          <a:srcRect b="0" l="0" r="0" t="0"/>
          <a:stretch/>
        </p:blipFill>
        <p:spPr>
          <a:xfrm flipH="1">
            <a:off x="-1442851" y="-2550488"/>
            <a:ext cx="4209976" cy="5362960"/>
          </a:xfrm>
          <a:prstGeom prst="rect">
            <a:avLst/>
          </a:prstGeom>
          <a:noFill/>
          <a:ln>
            <a:noFill/>
          </a:ln>
        </p:spPr>
      </p:pic>
      <p:pic>
        <p:nvPicPr>
          <p:cNvPr id="283" name="Google Shape;283;p33"/>
          <p:cNvPicPr preferRelativeResize="0"/>
          <p:nvPr/>
        </p:nvPicPr>
        <p:blipFill rotWithShape="1">
          <a:blip r:embed="rId3">
            <a:alphaModFix/>
          </a:blip>
          <a:srcRect b="0" l="0" r="0" t="0"/>
          <a:stretch/>
        </p:blipFill>
        <p:spPr>
          <a:xfrm rot="5400000">
            <a:off x="6927748" y="411321"/>
            <a:ext cx="2246498" cy="1760055"/>
          </a:xfrm>
          <a:prstGeom prst="rect">
            <a:avLst/>
          </a:prstGeom>
          <a:noFill/>
          <a:ln>
            <a:noFill/>
          </a:ln>
        </p:spPr>
      </p:pic>
      <p:pic>
        <p:nvPicPr>
          <p:cNvPr id="284" name="Google Shape;284;p33"/>
          <p:cNvPicPr preferRelativeResize="0"/>
          <p:nvPr/>
        </p:nvPicPr>
        <p:blipFill rotWithShape="1">
          <a:blip r:embed="rId4">
            <a:alphaModFix/>
          </a:blip>
          <a:srcRect b="0" l="0" r="0" t="0"/>
          <a:stretch/>
        </p:blipFill>
        <p:spPr>
          <a:xfrm rot="5400000">
            <a:off x="7726449" y="1025222"/>
            <a:ext cx="1024139" cy="1024139"/>
          </a:xfrm>
          <a:prstGeom prst="rect">
            <a:avLst/>
          </a:prstGeom>
          <a:noFill/>
          <a:ln>
            <a:noFill/>
          </a:ln>
        </p:spPr>
      </p:pic>
      <p:pic>
        <p:nvPicPr>
          <p:cNvPr id="285" name="Google Shape;285;p33"/>
          <p:cNvPicPr preferRelativeResize="0"/>
          <p:nvPr/>
        </p:nvPicPr>
        <p:blipFill rotWithShape="1">
          <a:blip r:embed="rId4">
            <a:alphaModFix/>
          </a:blip>
          <a:srcRect b="0" l="0" r="0" t="0"/>
          <a:stretch/>
        </p:blipFill>
        <p:spPr>
          <a:xfrm rot="8100000">
            <a:off x="416857" y="2227598"/>
            <a:ext cx="1052054" cy="105205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1">
  <p:cSld name="CUSTOM_25">
    <p:spTree>
      <p:nvGrpSpPr>
        <p:cNvPr id="286" name="Shape 286"/>
        <p:cNvGrpSpPr/>
        <p:nvPr/>
      </p:nvGrpSpPr>
      <p:grpSpPr>
        <a:xfrm>
          <a:off x="0" y="0"/>
          <a:ext cx="0" cy="0"/>
          <a:chOff x="0" y="0"/>
          <a:chExt cx="0" cy="0"/>
        </a:xfrm>
      </p:grpSpPr>
      <p:sp>
        <p:nvSpPr>
          <p:cNvPr id="287" name="Google Shape;287;p34"/>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88" name="Google Shape;288;p34"/>
          <p:cNvPicPr preferRelativeResize="0"/>
          <p:nvPr/>
        </p:nvPicPr>
        <p:blipFill rotWithShape="1">
          <a:blip r:embed="rId2">
            <a:alphaModFix/>
          </a:blip>
          <a:srcRect b="0" l="0" r="0" t="0"/>
          <a:stretch/>
        </p:blipFill>
        <p:spPr>
          <a:xfrm rot="-5913328">
            <a:off x="3333922" y="3936004"/>
            <a:ext cx="918758" cy="972440"/>
          </a:xfrm>
          <a:prstGeom prst="rect">
            <a:avLst/>
          </a:prstGeom>
          <a:noFill/>
          <a:ln>
            <a:noFill/>
          </a:ln>
        </p:spPr>
      </p:pic>
      <p:pic>
        <p:nvPicPr>
          <p:cNvPr id="289" name="Google Shape;289;p34"/>
          <p:cNvPicPr preferRelativeResize="0"/>
          <p:nvPr/>
        </p:nvPicPr>
        <p:blipFill rotWithShape="1">
          <a:blip r:embed="rId3">
            <a:alphaModFix/>
          </a:blip>
          <a:srcRect b="0" l="0" r="0" t="0"/>
          <a:stretch/>
        </p:blipFill>
        <p:spPr>
          <a:xfrm rot="1674121">
            <a:off x="7200825" y="263863"/>
            <a:ext cx="935025" cy="93502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8">
    <p:spTree>
      <p:nvGrpSpPr>
        <p:cNvPr id="290" name="Shape 290"/>
        <p:cNvGrpSpPr/>
        <p:nvPr/>
      </p:nvGrpSpPr>
      <p:grpSpPr>
        <a:xfrm>
          <a:off x="0" y="0"/>
          <a:ext cx="0" cy="0"/>
          <a:chOff x="0" y="0"/>
          <a:chExt cx="0" cy="0"/>
        </a:xfrm>
      </p:grpSpPr>
      <p:sp>
        <p:nvSpPr>
          <p:cNvPr id="291" name="Google Shape;291;p35"/>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92" name="Google Shape;292;p35"/>
          <p:cNvPicPr preferRelativeResize="0"/>
          <p:nvPr/>
        </p:nvPicPr>
        <p:blipFill rotWithShape="1">
          <a:blip r:embed="rId2">
            <a:alphaModFix/>
          </a:blip>
          <a:srcRect b="0" l="0" r="0" t="0"/>
          <a:stretch/>
        </p:blipFill>
        <p:spPr>
          <a:xfrm flipH="1" rot="7856000">
            <a:off x="-715599" y="1015001"/>
            <a:ext cx="1934205" cy="2047245"/>
          </a:xfrm>
          <a:prstGeom prst="rect">
            <a:avLst/>
          </a:prstGeom>
          <a:noFill/>
          <a:ln>
            <a:noFill/>
          </a:ln>
        </p:spPr>
      </p:pic>
      <p:pic>
        <p:nvPicPr>
          <p:cNvPr id="293" name="Google Shape;293;p35"/>
          <p:cNvPicPr preferRelativeResize="0"/>
          <p:nvPr/>
        </p:nvPicPr>
        <p:blipFill rotWithShape="1">
          <a:blip r:embed="rId3">
            <a:alphaModFix/>
          </a:blip>
          <a:srcRect b="0" l="0" r="0" t="0"/>
          <a:stretch/>
        </p:blipFill>
        <p:spPr>
          <a:xfrm rot="-9081239">
            <a:off x="365896" y="2525380"/>
            <a:ext cx="784591" cy="784591"/>
          </a:xfrm>
          <a:prstGeom prst="rect">
            <a:avLst/>
          </a:prstGeom>
          <a:noFill/>
          <a:ln>
            <a:noFill/>
          </a:ln>
        </p:spPr>
      </p:pic>
      <p:pic>
        <p:nvPicPr>
          <p:cNvPr id="294" name="Google Shape;294;p35"/>
          <p:cNvPicPr preferRelativeResize="0"/>
          <p:nvPr/>
        </p:nvPicPr>
        <p:blipFill rotWithShape="1">
          <a:blip r:embed="rId3">
            <a:alphaModFix/>
          </a:blip>
          <a:srcRect b="0" l="0" r="0" t="0"/>
          <a:stretch/>
        </p:blipFill>
        <p:spPr>
          <a:xfrm rot="-6671495">
            <a:off x="7445299" y="236541"/>
            <a:ext cx="1434160" cy="143416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20">
    <p:spTree>
      <p:nvGrpSpPr>
        <p:cNvPr id="295" name="Shape 295"/>
        <p:cNvGrpSpPr/>
        <p:nvPr/>
      </p:nvGrpSpPr>
      <p:grpSpPr>
        <a:xfrm>
          <a:off x="0" y="0"/>
          <a:ext cx="0" cy="0"/>
          <a:chOff x="0" y="0"/>
          <a:chExt cx="0" cy="0"/>
        </a:xfrm>
      </p:grpSpPr>
      <p:sp>
        <p:nvSpPr>
          <p:cNvPr id="296" name="Google Shape;296;p36"/>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97" name="Google Shape;297;p36"/>
          <p:cNvPicPr preferRelativeResize="0"/>
          <p:nvPr/>
        </p:nvPicPr>
        <p:blipFill rotWithShape="1">
          <a:blip r:embed="rId2">
            <a:alphaModFix/>
          </a:blip>
          <a:srcRect b="0" l="0" r="0" t="0"/>
          <a:stretch/>
        </p:blipFill>
        <p:spPr>
          <a:xfrm rot="-4969311">
            <a:off x="6602496" y="574847"/>
            <a:ext cx="2433751" cy="1906763"/>
          </a:xfrm>
          <a:prstGeom prst="rect">
            <a:avLst/>
          </a:prstGeom>
          <a:noFill/>
          <a:ln>
            <a:noFill/>
          </a:ln>
        </p:spPr>
      </p:pic>
      <p:pic>
        <p:nvPicPr>
          <p:cNvPr id="298" name="Google Shape;298;p36"/>
          <p:cNvPicPr preferRelativeResize="0"/>
          <p:nvPr/>
        </p:nvPicPr>
        <p:blipFill rotWithShape="1">
          <a:blip r:embed="rId3">
            <a:alphaModFix/>
          </a:blip>
          <a:srcRect b="0" l="0" r="0" t="0"/>
          <a:stretch/>
        </p:blipFill>
        <p:spPr>
          <a:xfrm rot="-4969272">
            <a:off x="6562609" y="436516"/>
            <a:ext cx="1081077" cy="1081072"/>
          </a:xfrm>
          <a:prstGeom prst="rect">
            <a:avLst/>
          </a:prstGeom>
          <a:noFill/>
          <a:ln>
            <a:noFill/>
          </a:ln>
        </p:spPr>
      </p:pic>
      <p:pic>
        <p:nvPicPr>
          <p:cNvPr id="299" name="Google Shape;299;p36"/>
          <p:cNvPicPr preferRelativeResize="0"/>
          <p:nvPr/>
        </p:nvPicPr>
        <p:blipFill rotWithShape="1">
          <a:blip r:embed="rId4">
            <a:alphaModFix/>
          </a:blip>
          <a:srcRect b="0" l="0" r="0" t="0"/>
          <a:stretch/>
        </p:blipFill>
        <p:spPr>
          <a:xfrm flipH="1" rot="-10097959">
            <a:off x="687004" y="1400049"/>
            <a:ext cx="1292141" cy="1367656"/>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CUSTOM_22">
    <p:spTree>
      <p:nvGrpSpPr>
        <p:cNvPr id="300" name="Shape 300"/>
        <p:cNvGrpSpPr/>
        <p:nvPr/>
      </p:nvGrpSpPr>
      <p:grpSpPr>
        <a:xfrm>
          <a:off x="0" y="0"/>
          <a:ext cx="0" cy="0"/>
          <a:chOff x="0" y="0"/>
          <a:chExt cx="0" cy="0"/>
        </a:xfrm>
      </p:grpSpPr>
      <p:sp>
        <p:nvSpPr>
          <p:cNvPr id="301" name="Google Shape;301;p37"/>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02" name="Google Shape;302;p37"/>
          <p:cNvPicPr preferRelativeResize="0"/>
          <p:nvPr/>
        </p:nvPicPr>
        <p:blipFill rotWithShape="1">
          <a:blip r:embed="rId2">
            <a:alphaModFix/>
          </a:blip>
          <a:srcRect b="0" l="0" r="0" t="0"/>
          <a:stretch/>
        </p:blipFill>
        <p:spPr>
          <a:xfrm rot="-4969269">
            <a:off x="7282779" y="303671"/>
            <a:ext cx="1616669" cy="1616665"/>
          </a:xfrm>
          <a:prstGeom prst="rect">
            <a:avLst/>
          </a:prstGeom>
          <a:noFill/>
          <a:ln>
            <a:noFill/>
          </a:ln>
        </p:spPr>
      </p:pic>
      <p:pic>
        <p:nvPicPr>
          <p:cNvPr id="303" name="Google Shape;303;p37"/>
          <p:cNvPicPr preferRelativeResize="0"/>
          <p:nvPr/>
        </p:nvPicPr>
        <p:blipFill rotWithShape="1">
          <a:blip r:embed="rId3">
            <a:alphaModFix/>
          </a:blip>
          <a:srcRect b="0" l="0" r="0" t="0"/>
          <a:stretch/>
        </p:blipFill>
        <p:spPr>
          <a:xfrm flipH="1" rot="-10097946">
            <a:off x="7054490" y="240729"/>
            <a:ext cx="659361" cy="697908"/>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0">
    <p:spTree>
      <p:nvGrpSpPr>
        <p:cNvPr id="304" name="Shape 304"/>
        <p:cNvGrpSpPr/>
        <p:nvPr/>
      </p:nvGrpSpPr>
      <p:grpSpPr>
        <a:xfrm>
          <a:off x="0" y="0"/>
          <a:ext cx="0" cy="0"/>
          <a:chOff x="0" y="0"/>
          <a:chExt cx="0" cy="0"/>
        </a:xfrm>
      </p:grpSpPr>
      <p:sp>
        <p:nvSpPr>
          <p:cNvPr id="305" name="Google Shape;305;p38"/>
          <p:cNvSpPr txBox="1"/>
          <p:nvPr>
            <p:ph type="title"/>
          </p:nvPr>
        </p:nvSpPr>
        <p:spPr>
          <a:xfrm>
            <a:off x="720000" y="2713542"/>
            <a:ext cx="23364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306" name="Google Shape;306;p38"/>
          <p:cNvSpPr txBox="1"/>
          <p:nvPr>
            <p:ph idx="1" type="subTitle"/>
          </p:nvPr>
        </p:nvSpPr>
        <p:spPr>
          <a:xfrm>
            <a:off x="831150" y="3230625"/>
            <a:ext cx="2114100" cy="944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7" name="Google Shape;307;p38"/>
          <p:cNvSpPr txBox="1"/>
          <p:nvPr>
            <p:ph idx="2" type="title"/>
          </p:nvPr>
        </p:nvSpPr>
        <p:spPr>
          <a:xfrm>
            <a:off x="3403800" y="2713542"/>
            <a:ext cx="23364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308" name="Google Shape;308;p38"/>
          <p:cNvSpPr txBox="1"/>
          <p:nvPr>
            <p:ph idx="3" type="subTitle"/>
          </p:nvPr>
        </p:nvSpPr>
        <p:spPr>
          <a:xfrm>
            <a:off x="3514950" y="3230625"/>
            <a:ext cx="2114100" cy="944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9" name="Google Shape;309;p38"/>
          <p:cNvSpPr txBox="1"/>
          <p:nvPr>
            <p:ph idx="4" type="title"/>
          </p:nvPr>
        </p:nvSpPr>
        <p:spPr>
          <a:xfrm>
            <a:off x="6087600" y="2713542"/>
            <a:ext cx="23364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310" name="Google Shape;310;p38"/>
          <p:cNvSpPr txBox="1"/>
          <p:nvPr>
            <p:ph idx="5" type="subTitle"/>
          </p:nvPr>
        </p:nvSpPr>
        <p:spPr>
          <a:xfrm>
            <a:off x="6198750" y="3230625"/>
            <a:ext cx="2114100" cy="944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1" name="Google Shape;311;p38"/>
          <p:cNvSpPr txBox="1"/>
          <p:nvPr>
            <p:ph idx="6"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12" name="Google Shape;312;p38"/>
          <p:cNvPicPr preferRelativeResize="0"/>
          <p:nvPr/>
        </p:nvPicPr>
        <p:blipFill rotWithShape="1">
          <a:blip r:embed="rId2">
            <a:alphaModFix/>
          </a:blip>
          <a:srcRect b="0" l="0" r="0" t="0"/>
          <a:stretch/>
        </p:blipFill>
        <p:spPr>
          <a:xfrm flipH="1" rot="-2846205">
            <a:off x="7699226" y="160927"/>
            <a:ext cx="1197651" cy="1347678"/>
          </a:xfrm>
          <a:prstGeom prst="rect">
            <a:avLst/>
          </a:prstGeom>
          <a:noFill/>
          <a:ln>
            <a:noFill/>
          </a:ln>
        </p:spPr>
      </p:pic>
      <p:pic>
        <p:nvPicPr>
          <p:cNvPr id="313" name="Google Shape;313;p38"/>
          <p:cNvPicPr preferRelativeResize="0"/>
          <p:nvPr/>
        </p:nvPicPr>
        <p:blipFill rotWithShape="1">
          <a:blip r:embed="rId3">
            <a:alphaModFix/>
          </a:blip>
          <a:srcRect b="0" l="0" r="0" t="0"/>
          <a:stretch/>
        </p:blipFill>
        <p:spPr>
          <a:xfrm flipH="1" rot="8853798">
            <a:off x="7947709" y="532781"/>
            <a:ext cx="576244" cy="576242"/>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19">
    <p:spTree>
      <p:nvGrpSpPr>
        <p:cNvPr id="314" name="Shape 314"/>
        <p:cNvGrpSpPr/>
        <p:nvPr/>
      </p:nvGrpSpPr>
      <p:grpSpPr>
        <a:xfrm>
          <a:off x="0" y="0"/>
          <a:ext cx="0" cy="0"/>
          <a:chOff x="0" y="0"/>
          <a:chExt cx="0" cy="0"/>
        </a:xfrm>
      </p:grpSpPr>
      <p:sp>
        <p:nvSpPr>
          <p:cNvPr id="315" name="Google Shape;315;p39"/>
          <p:cNvSpPr txBox="1"/>
          <p:nvPr>
            <p:ph type="title"/>
          </p:nvPr>
        </p:nvSpPr>
        <p:spPr>
          <a:xfrm>
            <a:off x="901887" y="1389623"/>
            <a:ext cx="1980000" cy="286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b="1" sz="2200"/>
            </a:lvl1pPr>
            <a:lvl2pPr lvl="1" algn="ctr">
              <a:lnSpc>
                <a:spcPct val="100000"/>
              </a:lnSpc>
              <a:spcBef>
                <a:spcPts val="0"/>
              </a:spcBef>
              <a:spcAft>
                <a:spcPts val="0"/>
              </a:spcAft>
              <a:buSzPts val="2200"/>
              <a:buNone/>
              <a:defRPr b="1" sz="2200"/>
            </a:lvl2pPr>
            <a:lvl3pPr lvl="2" algn="ctr">
              <a:lnSpc>
                <a:spcPct val="100000"/>
              </a:lnSpc>
              <a:spcBef>
                <a:spcPts val="0"/>
              </a:spcBef>
              <a:spcAft>
                <a:spcPts val="0"/>
              </a:spcAft>
              <a:buSzPts val="2200"/>
              <a:buNone/>
              <a:defRPr b="1" sz="2200"/>
            </a:lvl3pPr>
            <a:lvl4pPr lvl="3" algn="ctr">
              <a:lnSpc>
                <a:spcPct val="100000"/>
              </a:lnSpc>
              <a:spcBef>
                <a:spcPts val="0"/>
              </a:spcBef>
              <a:spcAft>
                <a:spcPts val="0"/>
              </a:spcAft>
              <a:buSzPts val="2200"/>
              <a:buNone/>
              <a:defRPr b="1" sz="2200"/>
            </a:lvl4pPr>
            <a:lvl5pPr lvl="4" algn="ctr">
              <a:lnSpc>
                <a:spcPct val="100000"/>
              </a:lnSpc>
              <a:spcBef>
                <a:spcPts val="0"/>
              </a:spcBef>
              <a:spcAft>
                <a:spcPts val="0"/>
              </a:spcAft>
              <a:buSzPts val="2200"/>
              <a:buNone/>
              <a:defRPr b="1" sz="2200"/>
            </a:lvl5pPr>
            <a:lvl6pPr lvl="5" algn="ctr">
              <a:lnSpc>
                <a:spcPct val="100000"/>
              </a:lnSpc>
              <a:spcBef>
                <a:spcPts val="0"/>
              </a:spcBef>
              <a:spcAft>
                <a:spcPts val="0"/>
              </a:spcAft>
              <a:buSzPts val="2200"/>
              <a:buNone/>
              <a:defRPr b="1" sz="2200"/>
            </a:lvl6pPr>
            <a:lvl7pPr lvl="6" algn="ctr">
              <a:lnSpc>
                <a:spcPct val="100000"/>
              </a:lnSpc>
              <a:spcBef>
                <a:spcPts val="0"/>
              </a:spcBef>
              <a:spcAft>
                <a:spcPts val="0"/>
              </a:spcAft>
              <a:buSzPts val="2200"/>
              <a:buNone/>
              <a:defRPr b="1" sz="2200"/>
            </a:lvl7pPr>
            <a:lvl8pPr lvl="7" algn="ctr">
              <a:lnSpc>
                <a:spcPct val="100000"/>
              </a:lnSpc>
              <a:spcBef>
                <a:spcPts val="0"/>
              </a:spcBef>
              <a:spcAft>
                <a:spcPts val="0"/>
              </a:spcAft>
              <a:buSzPts val="2200"/>
              <a:buNone/>
              <a:defRPr b="1" sz="2200"/>
            </a:lvl8pPr>
            <a:lvl9pPr lvl="8" algn="ctr">
              <a:lnSpc>
                <a:spcPct val="100000"/>
              </a:lnSpc>
              <a:spcBef>
                <a:spcPts val="0"/>
              </a:spcBef>
              <a:spcAft>
                <a:spcPts val="0"/>
              </a:spcAft>
              <a:buSzPts val="2200"/>
              <a:buNone/>
              <a:defRPr b="1" sz="2200"/>
            </a:lvl9pPr>
          </a:lstStyle>
          <a:p/>
        </p:txBody>
      </p:sp>
      <p:sp>
        <p:nvSpPr>
          <p:cNvPr id="316" name="Google Shape;316;p39"/>
          <p:cNvSpPr txBox="1"/>
          <p:nvPr>
            <p:ph idx="1" type="subTitle"/>
          </p:nvPr>
        </p:nvSpPr>
        <p:spPr>
          <a:xfrm>
            <a:off x="901875" y="1770375"/>
            <a:ext cx="1980000" cy="947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7" name="Google Shape;317;p39"/>
          <p:cNvSpPr txBox="1"/>
          <p:nvPr>
            <p:ph idx="2" type="title"/>
          </p:nvPr>
        </p:nvSpPr>
        <p:spPr>
          <a:xfrm>
            <a:off x="6192484" y="1389023"/>
            <a:ext cx="1980000" cy="28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b="1" sz="2200"/>
            </a:lvl1pPr>
            <a:lvl2pPr lvl="1" algn="ctr">
              <a:lnSpc>
                <a:spcPct val="100000"/>
              </a:lnSpc>
              <a:spcBef>
                <a:spcPts val="0"/>
              </a:spcBef>
              <a:spcAft>
                <a:spcPts val="0"/>
              </a:spcAft>
              <a:buSzPts val="2200"/>
              <a:buNone/>
              <a:defRPr b="1" sz="2200"/>
            </a:lvl2pPr>
            <a:lvl3pPr lvl="2" algn="ctr">
              <a:lnSpc>
                <a:spcPct val="100000"/>
              </a:lnSpc>
              <a:spcBef>
                <a:spcPts val="0"/>
              </a:spcBef>
              <a:spcAft>
                <a:spcPts val="0"/>
              </a:spcAft>
              <a:buSzPts val="2200"/>
              <a:buNone/>
              <a:defRPr b="1" sz="2200"/>
            </a:lvl3pPr>
            <a:lvl4pPr lvl="3" algn="ctr">
              <a:lnSpc>
                <a:spcPct val="100000"/>
              </a:lnSpc>
              <a:spcBef>
                <a:spcPts val="0"/>
              </a:spcBef>
              <a:spcAft>
                <a:spcPts val="0"/>
              </a:spcAft>
              <a:buSzPts val="2200"/>
              <a:buNone/>
              <a:defRPr b="1" sz="2200"/>
            </a:lvl4pPr>
            <a:lvl5pPr lvl="4" algn="ctr">
              <a:lnSpc>
                <a:spcPct val="100000"/>
              </a:lnSpc>
              <a:spcBef>
                <a:spcPts val="0"/>
              </a:spcBef>
              <a:spcAft>
                <a:spcPts val="0"/>
              </a:spcAft>
              <a:buSzPts val="2200"/>
              <a:buNone/>
              <a:defRPr b="1" sz="2200"/>
            </a:lvl5pPr>
            <a:lvl6pPr lvl="5" algn="ctr">
              <a:lnSpc>
                <a:spcPct val="100000"/>
              </a:lnSpc>
              <a:spcBef>
                <a:spcPts val="0"/>
              </a:spcBef>
              <a:spcAft>
                <a:spcPts val="0"/>
              </a:spcAft>
              <a:buSzPts val="2200"/>
              <a:buNone/>
              <a:defRPr b="1" sz="2200"/>
            </a:lvl6pPr>
            <a:lvl7pPr lvl="6" algn="ctr">
              <a:lnSpc>
                <a:spcPct val="100000"/>
              </a:lnSpc>
              <a:spcBef>
                <a:spcPts val="0"/>
              </a:spcBef>
              <a:spcAft>
                <a:spcPts val="0"/>
              </a:spcAft>
              <a:buSzPts val="2200"/>
              <a:buNone/>
              <a:defRPr b="1" sz="2200"/>
            </a:lvl7pPr>
            <a:lvl8pPr lvl="7" algn="ctr">
              <a:lnSpc>
                <a:spcPct val="100000"/>
              </a:lnSpc>
              <a:spcBef>
                <a:spcPts val="0"/>
              </a:spcBef>
              <a:spcAft>
                <a:spcPts val="0"/>
              </a:spcAft>
              <a:buSzPts val="2200"/>
              <a:buNone/>
              <a:defRPr b="1" sz="2200"/>
            </a:lvl8pPr>
            <a:lvl9pPr lvl="8" algn="ctr">
              <a:lnSpc>
                <a:spcPct val="100000"/>
              </a:lnSpc>
              <a:spcBef>
                <a:spcPts val="0"/>
              </a:spcBef>
              <a:spcAft>
                <a:spcPts val="0"/>
              </a:spcAft>
              <a:buSzPts val="2200"/>
              <a:buNone/>
              <a:defRPr b="1" sz="2200"/>
            </a:lvl9pPr>
          </a:lstStyle>
          <a:p/>
        </p:txBody>
      </p:sp>
      <p:sp>
        <p:nvSpPr>
          <p:cNvPr id="318" name="Google Shape;318;p39"/>
          <p:cNvSpPr txBox="1"/>
          <p:nvPr>
            <p:ph idx="3" type="subTitle"/>
          </p:nvPr>
        </p:nvSpPr>
        <p:spPr>
          <a:xfrm>
            <a:off x="3547172" y="1770375"/>
            <a:ext cx="1980000" cy="943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9" name="Google Shape;319;p39"/>
          <p:cNvSpPr txBox="1"/>
          <p:nvPr>
            <p:ph idx="4" type="title"/>
          </p:nvPr>
        </p:nvSpPr>
        <p:spPr>
          <a:xfrm>
            <a:off x="3547176" y="1389623"/>
            <a:ext cx="1980000" cy="286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b="1" sz="2200"/>
            </a:lvl1pPr>
            <a:lvl2pPr lvl="1" algn="ctr">
              <a:lnSpc>
                <a:spcPct val="100000"/>
              </a:lnSpc>
              <a:spcBef>
                <a:spcPts val="0"/>
              </a:spcBef>
              <a:spcAft>
                <a:spcPts val="0"/>
              </a:spcAft>
              <a:buSzPts val="2200"/>
              <a:buNone/>
              <a:defRPr b="1" sz="2200"/>
            </a:lvl2pPr>
            <a:lvl3pPr lvl="2" algn="ctr">
              <a:lnSpc>
                <a:spcPct val="100000"/>
              </a:lnSpc>
              <a:spcBef>
                <a:spcPts val="0"/>
              </a:spcBef>
              <a:spcAft>
                <a:spcPts val="0"/>
              </a:spcAft>
              <a:buSzPts val="2200"/>
              <a:buNone/>
              <a:defRPr b="1" sz="2200"/>
            </a:lvl3pPr>
            <a:lvl4pPr lvl="3" algn="ctr">
              <a:lnSpc>
                <a:spcPct val="100000"/>
              </a:lnSpc>
              <a:spcBef>
                <a:spcPts val="0"/>
              </a:spcBef>
              <a:spcAft>
                <a:spcPts val="0"/>
              </a:spcAft>
              <a:buSzPts val="2200"/>
              <a:buNone/>
              <a:defRPr b="1" sz="2200"/>
            </a:lvl4pPr>
            <a:lvl5pPr lvl="4" algn="ctr">
              <a:lnSpc>
                <a:spcPct val="100000"/>
              </a:lnSpc>
              <a:spcBef>
                <a:spcPts val="0"/>
              </a:spcBef>
              <a:spcAft>
                <a:spcPts val="0"/>
              </a:spcAft>
              <a:buSzPts val="2200"/>
              <a:buNone/>
              <a:defRPr b="1" sz="2200"/>
            </a:lvl5pPr>
            <a:lvl6pPr lvl="5" algn="ctr">
              <a:lnSpc>
                <a:spcPct val="100000"/>
              </a:lnSpc>
              <a:spcBef>
                <a:spcPts val="0"/>
              </a:spcBef>
              <a:spcAft>
                <a:spcPts val="0"/>
              </a:spcAft>
              <a:buSzPts val="2200"/>
              <a:buNone/>
              <a:defRPr b="1" sz="2200"/>
            </a:lvl6pPr>
            <a:lvl7pPr lvl="6" algn="ctr">
              <a:lnSpc>
                <a:spcPct val="100000"/>
              </a:lnSpc>
              <a:spcBef>
                <a:spcPts val="0"/>
              </a:spcBef>
              <a:spcAft>
                <a:spcPts val="0"/>
              </a:spcAft>
              <a:buSzPts val="2200"/>
              <a:buNone/>
              <a:defRPr b="1" sz="2200"/>
            </a:lvl7pPr>
            <a:lvl8pPr lvl="7" algn="ctr">
              <a:lnSpc>
                <a:spcPct val="100000"/>
              </a:lnSpc>
              <a:spcBef>
                <a:spcPts val="0"/>
              </a:spcBef>
              <a:spcAft>
                <a:spcPts val="0"/>
              </a:spcAft>
              <a:buSzPts val="2200"/>
              <a:buNone/>
              <a:defRPr b="1" sz="2200"/>
            </a:lvl8pPr>
            <a:lvl9pPr lvl="8" algn="ctr">
              <a:lnSpc>
                <a:spcPct val="100000"/>
              </a:lnSpc>
              <a:spcBef>
                <a:spcPts val="0"/>
              </a:spcBef>
              <a:spcAft>
                <a:spcPts val="0"/>
              </a:spcAft>
              <a:buSzPts val="2200"/>
              <a:buNone/>
              <a:defRPr b="1" sz="2200"/>
            </a:lvl9pPr>
          </a:lstStyle>
          <a:p/>
        </p:txBody>
      </p:sp>
      <p:sp>
        <p:nvSpPr>
          <p:cNvPr id="320" name="Google Shape;320;p39"/>
          <p:cNvSpPr txBox="1"/>
          <p:nvPr>
            <p:ph idx="5" type="subTitle"/>
          </p:nvPr>
        </p:nvSpPr>
        <p:spPr>
          <a:xfrm>
            <a:off x="6192476" y="1770375"/>
            <a:ext cx="1980000" cy="945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1" name="Google Shape;321;p39"/>
          <p:cNvSpPr txBox="1"/>
          <p:nvPr>
            <p:ph idx="6"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2" name="Google Shape;322;p39"/>
          <p:cNvSpPr txBox="1"/>
          <p:nvPr>
            <p:ph idx="7" type="title"/>
          </p:nvPr>
        </p:nvSpPr>
        <p:spPr>
          <a:xfrm>
            <a:off x="2224537" y="2958373"/>
            <a:ext cx="1980000" cy="286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b="1" sz="2200"/>
            </a:lvl1pPr>
            <a:lvl2pPr lvl="1" algn="ctr">
              <a:lnSpc>
                <a:spcPct val="100000"/>
              </a:lnSpc>
              <a:spcBef>
                <a:spcPts val="0"/>
              </a:spcBef>
              <a:spcAft>
                <a:spcPts val="0"/>
              </a:spcAft>
              <a:buSzPts val="2200"/>
              <a:buNone/>
              <a:defRPr b="1" sz="2200"/>
            </a:lvl2pPr>
            <a:lvl3pPr lvl="2" algn="ctr">
              <a:lnSpc>
                <a:spcPct val="100000"/>
              </a:lnSpc>
              <a:spcBef>
                <a:spcPts val="0"/>
              </a:spcBef>
              <a:spcAft>
                <a:spcPts val="0"/>
              </a:spcAft>
              <a:buSzPts val="2200"/>
              <a:buNone/>
              <a:defRPr b="1" sz="2200"/>
            </a:lvl3pPr>
            <a:lvl4pPr lvl="3" algn="ctr">
              <a:lnSpc>
                <a:spcPct val="100000"/>
              </a:lnSpc>
              <a:spcBef>
                <a:spcPts val="0"/>
              </a:spcBef>
              <a:spcAft>
                <a:spcPts val="0"/>
              </a:spcAft>
              <a:buSzPts val="2200"/>
              <a:buNone/>
              <a:defRPr b="1" sz="2200"/>
            </a:lvl4pPr>
            <a:lvl5pPr lvl="4" algn="ctr">
              <a:lnSpc>
                <a:spcPct val="100000"/>
              </a:lnSpc>
              <a:spcBef>
                <a:spcPts val="0"/>
              </a:spcBef>
              <a:spcAft>
                <a:spcPts val="0"/>
              </a:spcAft>
              <a:buSzPts val="2200"/>
              <a:buNone/>
              <a:defRPr b="1" sz="2200"/>
            </a:lvl5pPr>
            <a:lvl6pPr lvl="5" algn="ctr">
              <a:lnSpc>
                <a:spcPct val="100000"/>
              </a:lnSpc>
              <a:spcBef>
                <a:spcPts val="0"/>
              </a:spcBef>
              <a:spcAft>
                <a:spcPts val="0"/>
              </a:spcAft>
              <a:buSzPts val="2200"/>
              <a:buNone/>
              <a:defRPr b="1" sz="2200"/>
            </a:lvl6pPr>
            <a:lvl7pPr lvl="6" algn="ctr">
              <a:lnSpc>
                <a:spcPct val="100000"/>
              </a:lnSpc>
              <a:spcBef>
                <a:spcPts val="0"/>
              </a:spcBef>
              <a:spcAft>
                <a:spcPts val="0"/>
              </a:spcAft>
              <a:buSzPts val="2200"/>
              <a:buNone/>
              <a:defRPr b="1" sz="2200"/>
            </a:lvl7pPr>
            <a:lvl8pPr lvl="7" algn="ctr">
              <a:lnSpc>
                <a:spcPct val="100000"/>
              </a:lnSpc>
              <a:spcBef>
                <a:spcPts val="0"/>
              </a:spcBef>
              <a:spcAft>
                <a:spcPts val="0"/>
              </a:spcAft>
              <a:buSzPts val="2200"/>
              <a:buNone/>
              <a:defRPr b="1" sz="2200"/>
            </a:lvl8pPr>
            <a:lvl9pPr lvl="8" algn="ctr">
              <a:lnSpc>
                <a:spcPct val="100000"/>
              </a:lnSpc>
              <a:spcBef>
                <a:spcPts val="0"/>
              </a:spcBef>
              <a:spcAft>
                <a:spcPts val="0"/>
              </a:spcAft>
              <a:buSzPts val="2200"/>
              <a:buNone/>
              <a:defRPr b="1" sz="2200"/>
            </a:lvl9pPr>
          </a:lstStyle>
          <a:p/>
        </p:txBody>
      </p:sp>
      <p:sp>
        <p:nvSpPr>
          <p:cNvPr id="323" name="Google Shape;323;p39"/>
          <p:cNvSpPr txBox="1"/>
          <p:nvPr>
            <p:ph idx="8" type="subTitle"/>
          </p:nvPr>
        </p:nvSpPr>
        <p:spPr>
          <a:xfrm>
            <a:off x="2224525" y="3339125"/>
            <a:ext cx="1980000" cy="943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 name="Google Shape;324;p39"/>
          <p:cNvSpPr txBox="1"/>
          <p:nvPr>
            <p:ph idx="9" type="subTitle"/>
          </p:nvPr>
        </p:nvSpPr>
        <p:spPr>
          <a:xfrm>
            <a:off x="4869824" y="3339125"/>
            <a:ext cx="1980000" cy="939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5" name="Google Shape;325;p39"/>
          <p:cNvSpPr txBox="1"/>
          <p:nvPr>
            <p:ph idx="13" type="title"/>
          </p:nvPr>
        </p:nvSpPr>
        <p:spPr>
          <a:xfrm>
            <a:off x="4869826" y="2958373"/>
            <a:ext cx="1980000" cy="286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b="1" sz="2200"/>
            </a:lvl1pPr>
            <a:lvl2pPr lvl="1" algn="ctr">
              <a:lnSpc>
                <a:spcPct val="100000"/>
              </a:lnSpc>
              <a:spcBef>
                <a:spcPts val="0"/>
              </a:spcBef>
              <a:spcAft>
                <a:spcPts val="0"/>
              </a:spcAft>
              <a:buSzPts val="2200"/>
              <a:buNone/>
              <a:defRPr b="1" sz="2200"/>
            </a:lvl2pPr>
            <a:lvl3pPr lvl="2" algn="ctr">
              <a:lnSpc>
                <a:spcPct val="100000"/>
              </a:lnSpc>
              <a:spcBef>
                <a:spcPts val="0"/>
              </a:spcBef>
              <a:spcAft>
                <a:spcPts val="0"/>
              </a:spcAft>
              <a:buSzPts val="2200"/>
              <a:buNone/>
              <a:defRPr b="1" sz="2200"/>
            </a:lvl3pPr>
            <a:lvl4pPr lvl="3" algn="ctr">
              <a:lnSpc>
                <a:spcPct val="100000"/>
              </a:lnSpc>
              <a:spcBef>
                <a:spcPts val="0"/>
              </a:spcBef>
              <a:spcAft>
                <a:spcPts val="0"/>
              </a:spcAft>
              <a:buSzPts val="2200"/>
              <a:buNone/>
              <a:defRPr b="1" sz="2200"/>
            </a:lvl4pPr>
            <a:lvl5pPr lvl="4" algn="ctr">
              <a:lnSpc>
                <a:spcPct val="100000"/>
              </a:lnSpc>
              <a:spcBef>
                <a:spcPts val="0"/>
              </a:spcBef>
              <a:spcAft>
                <a:spcPts val="0"/>
              </a:spcAft>
              <a:buSzPts val="2200"/>
              <a:buNone/>
              <a:defRPr b="1" sz="2200"/>
            </a:lvl5pPr>
            <a:lvl6pPr lvl="5" algn="ctr">
              <a:lnSpc>
                <a:spcPct val="100000"/>
              </a:lnSpc>
              <a:spcBef>
                <a:spcPts val="0"/>
              </a:spcBef>
              <a:spcAft>
                <a:spcPts val="0"/>
              </a:spcAft>
              <a:buSzPts val="2200"/>
              <a:buNone/>
              <a:defRPr b="1" sz="2200"/>
            </a:lvl6pPr>
            <a:lvl7pPr lvl="6" algn="ctr">
              <a:lnSpc>
                <a:spcPct val="100000"/>
              </a:lnSpc>
              <a:spcBef>
                <a:spcPts val="0"/>
              </a:spcBef>
              <a:spcAft>
                <a:spcPts val="0"/>
              </a:spcAft>
              <a:buSzPts val="2200"/>
              <a:buNone/>
              <a:defRPr b="1" sz="2200"/>
            </a:lvl7pPr>
            <a:lvl8pPr lvl="7" algn="ctr">
              <a:lnSpc>
                <a:spcPct val="100000"/>
              </a:lnSpc>
              <a:spcBef>
                <a:spcPts val="0"/>
              </a:spcBef>
              <a:spcAft>
                <a:spcPts val="0"/>
              </a:spcAft>
              <a:buSzPts val="2200"/>
              <a:buNone/>
              <a:defRPr b="1" sz="2200"/>
            </a:lvl8pPr>
            <a:lvl9pPr lvl="8" algn="ctr">
              <a:lnSpc>
                <a:spcPct val="100000"/>
              </a:lnSpc>
              <a:spcBef>
                <a:spcPts val="0"/>
              </a:spcBef>
              <a:spcAft>
                <a:spcPts val="0"/>
              </a:spcAft>
              <a:buSzPts val="2200"/>
              <a:buNone/>
              <a:defRPr b="1" sz="2200"/>
            </a:lvl9pPr>
          </a:lstStyle>
          <a:p/>
        </p:txBody>
      </p:sp>
      <p:pic>
        <p:nvPicPr>
          <p:cNvPr id="326" name="Google Shape;326;p39"/>
          <p:cNvPicPr preferRelativeResize="0"/>
          <p:nvPr/>
        </p:nvPicPr>
        <p:blipFill rotWithShape="1">
          <a:blip r:embed="rId2">
            <a:alphaModFix/>
          </a:blip>
          <a:srcRect b="0" l="0" r="0" t="0"/>
          <a:stretch/>
        </p:blipFill>
        <p:spPr>
          <a:xfrm>
            <a:off x="5287125" y="-2960550"/>
            <a:ext cx="5921451" cy="4639251"/>
          </a:xfrm>
          <a:prstGeom prst="rect">
            <a:avLst/>
          </a:prstGeom>
          <a:noFill/>
          <a:ln>
            <a:noFill/>
          </a:ln>
        </p:spPr>
      </p:pic>
      <p:pic>
        <p:nvPicPr>
          <p:cNvPr id="327" name="Google Shape;327;p39"/>
          <p:cNvPicPr preferRelativeResize="0"/>
          <p:nvPr/>
        </p:nvPicPr>
        <p:blipFill rotWithShape="1">
          <a:blip r:embed="rId3">
            <a:alphaModFix/>
          </a:blip>
          <a:srcRect b="0" l="0" r="0" t="0"/>
          <a:stretch/>
        </p:blipFill>
        <p:spPr>
          <a:xfrm rot="1164753">
            <a:off x="5912442" y="758778"/>
            <a:ext cx="808492" cy="808537"/>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1">
    <p:spTree>
      <p:nvGrpSpPr>
        <p:cNvPr id="328" name="Shape 328"/>
        <p:cNvGrpSpPr/>
        <p:nvPr/>
      </p:nvGrpSpPr>
      <p:grpSpPr>
        <a:xfrm>
          <a:off x="0" y="0"/>
          <a:ext cx="0" cy="0"/>
          <a:chOff x="0" y="0"/>
          <a:chExt cx="0" cy="0"/>
        </a:xfrm>
      </p:grpSpPr>
      <p:sp>
        <p:nvSpPr>
          <p:cNvPr id="329" name="Google Shape;329;p40"/>
          <p:cNvSpPr txBox="1"/>
          <p:nvPr>
            <p:ph type="title"/>
          </p:nvPr>
        </p:nvSpPr>
        <p:spPr>
          <a:xfrm>
            <a:off x="720000" y="2865942"/>
            <a:ext cx="23364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330" name="Google Shape;330;p40"/>
          <p:cNvSpPr txBox="1"/>
          <p:nvPr>
            <p:ph idx="2" type="title"/>
          </p:nvPr>
        </p:nvSpPr>
        <p:spPr>
          <a:xfrm>
            <a:off x="3403800" y="2865942"/>
            <a:ext cx="23364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331" name="Google Shape;331;p40"/>
          <p:cNvSpPr txBox="1"/>
          <p:nvPr>
            <p:ph idx="3" type="title"/>
          </p:nvPr>
        </p:nvSpPr>
        <p:spPr>
          <a:xfrm>
            <a:off x="6087600" y="2865942"/>
            <a:ext cx="23364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p:txBody>
      </p:sp>
      <p:sp>
        <p:nvSpPr>
          <p:cNvPr id="332" name="Google Shape;332;p40"/>
          <p:cNvSpPr txBox="1"/>
          <p:nvPr>
            <p:ph idx="4"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3" name="Google Shape;333;p40"/>
          <p:cNvSpPr txBox="1"/>
          <p:nvPr>
            <p:ph idx="1" type="subTitle"/>
          </p:nvPr>
        </p:nvSpPr>
        <p:spPr>
          <a:xfrm>
            <a:off x="831150" y="3383025"/>
            <a:ext cx="2114100" cy="765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4" name="Google Shape;334;p40"/>
          <p:cNvSpPr txBox="1"/>
          <p:nvPr>
            <p:ph idx="5" type="subTitle"/>
          </p:nvPr>
        </p:nvSpPr>
        <p:spPr>
          <a:xfrm>
            <a:off x="3514950" y="3383025"/>
            <a:ext cx="2114100" cy="765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5" name="Google Shape;335;p40"/>
          <p:cNvSpPr txBox="1"/>
          <p:nvPr>
            <p:ph idx="6" type="subTitle"/>
          </p:nvPr>
        </p:nvSpPr>
        <p:spPr>
          <a:xfrm>
            <a:off x="6198750" y="3383025"/>
            <a:ext cx="2114100" cy="765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336" name="Google Shape;336;p40"/>
          <p:cNvPicPr preferRelativeResize="0"/>
          <p:nvPr/>
        </p:nvPicPr>
        <p:blipFill rotWithShape="1">
          <a:blip r:embed="rId2">
            <a:alphaModFix/>
          </a:blip>
          <a:srcRect b="0" l="0" r="0" t="0"/>
          <a:stretch/>
        </p:blipFill>
        <p:spPr>
          <a:xfrm rot="1164762">
            <a:off x="138459" y="3910848"/>
            <a:ext cx="1005180" cy="1005241"/>
          </a:xfrm>
          <a:prstGeom prst="rect">
            <a:avLst/>
          </a:prstGeom>
          <a:noFill/>
          <a:ln>
            <a:noFill/>
          </a:ln>
        </p:spPr>
      </p:pic>
      <p:pic>
        <p:nvPicPr>
          <p:cNvPr id="337" name="Google Shape;337;p40"/>
          <p:cNvPicPr preferRelativeResize="0"/>
          <p:nvPr/>
        </p:nvPicPr>
        <p:blipFill rotWithShape="1">
          <a:blip r:embed="rId3">
            <a:alphaModFix/>
          </a:blip>
          <a:srcRect b="0" l="0" r="0" t="0"/>
          <a:stretch/>
        </p:blipFill>
        <p:spPr>
          <a:xfrm flipH="1" rot="4690383">
            <a:off x="7620962" y="168134"/>
            <a:ext cx="1064275" cy="1126482"/>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6">
    <p:spTree>
      <p:nvGrpSpPr>
        <p:cNvPr id="338" name="Shape 338"/>
        <p:cNvGrpSpPr/>
        <p:nvPr/>
      </p:nvGrpSpPr>
      <p:grpSpPr>
        <a:xfrm>
          <a:off x="0" y="0"/>
          <a:ext cx="0" cy="0"/>
          <a:chOff x="0" y="0"/>
          <a:chExt cx="0" cy="0"/>
        </a:xfrm>
      </p:grpSpPr>
      <p:sp>
        <p:nvSpPr>
          <p:cNvPr id="339" name="Google Shape;339;p41"/>
          <p:cNvSpPr txBox="1"/>
          <p:nvPr>
            <p:ph idx="1" type="subTitle"/>
          </p:nvPr>
        </p:nvSpPr>
        <p:spPr>
          <a:xfrm>
            <a:off x="2554800" y="4203362"/>
            <a:ext cx="4034400" cy="239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200"/>
              <a:buNone/>
              <a:defRPr sz="1200"/>
            </a:lvl1pPr>
            <a:lvl2pPr lvl="1" algn="ctr">
              <a:lnSpc>
                <a:spcPct val="115000"/>
              </a:lnSpc>
              <a:spcBef>
                <a:spcPts val="0"/>
              </a:spcBef>
              <a:spcAft>
                <a:spcPts val="0"/>
              </a:spcAft>
              <a:buSzPts val="1200"/>
              <a:buNone/>
              <a:defRPr sz="1200"/>
            </a:lvl2pPr>
            <a:lvl3pPr lvl="2" algn="ctr">
              <a:lnSpc>
                <a:spcPct val="115000"/>
              </a:lnSpc>
              <a:spcBef>
                <a:spcPts val="0"/>
              </a:spcBef>
              <a:spcAft>
                <a:spcPts val="0"/>
              </a:spcAft>
              <a:buSzPts val="1200"/>
              <a:buNone/>
              <a:defRPr sz="1200"/>
            </a:lvl3pPr>
            <a:lvl4pPr lvl="3" algn="ctr">
              <a:lnSpc>
                <a:spcPct val="115000"/>
              </a:lnSpc>
              <a:spcBef>
                <a:spcPts val="0"/>
              </a:spcBef>
              <a:spcAft>
                <a:spcPts val="0"/>
              </a:spcAft>
              <a:buSzPts val="1200"/>
              <a:buNone/>
              <a:defRPr sz="1200"/>
            </a:lvl4pPr>
            <a:lvl5pPr lvl="4" algn="ctr">
              <a:lnSpc>
                <a:spcPct val="115000"/>
              </a:lnSpc>
              <a:spcBef>
                <a:spcPts val="0"/>
              </a:spcBef>
              <a:spcAft>
                <a:spcPts val="0"/>
              </a:spcAft>
              <a:buSzPts val="1200"/>
              <a:buNone/>
              <a:defRPr sz="1200"/>
            </a:lvl5pPr>
            <a:lvl6pPr lvl="5" algn="ctr">
              <a:lnSpc>
                <a:spcPct val="115000"/>
              </a:lnSpc>
              <a:spcBef>
                <a:spcPts val="0"/>
              </a:spcBef>
              <a:spcAft>
                <a:spcPts val="0"/>
              </a:spcAft>
              <a:buSzPts val="1200"/>
              <a:buNone/>
              <a:defRPr sz="1200"/>
            </a:lvl6pPr>
            <a:lvl7pPr lvl="6" algn="ctr">
              <a:lnSpc>
                <a:spcPct val="115000"/>
              </a:lnSpc>
              <a:spcBef>
                <a:spcPts val="0"/>
              </a:spcBef>
              <a:spcAft>
                <a:spcPts val="0"/>
              </a:spcAft>
              <a:buSzPts val="1200"/>
              <a:buNone/>
              <a:defRPr sz="1200"/>
            </a:lvl7pPr>
            <a:lvl8pPr lvl="7" algn="ctr">
              <a:lnSpc>
                <a:spcPct val="115000"/>
              </a:lnSpc>
              <a:spcBef>
                <a:spcPts val="0"/>
              </a:spcBef>
              <a:spcAft>
                <a:spcPts val="0"/>
              </a:spcAft>
              <a:buSzPts val="1200"/>
              <a:buNone/>
              <a:defRPr sz="1200"/>
            </a:lvl8pPr>
            <a:lvl9pPr lvl="8" algn="ctr">
              <a:lnSpc>
                <a:spcPct val="115000"/>
              </a:lnSpc>
              <a:spcBef>
                <a:spcPts val="0"/>
              </a:spcBef>
              <a:spcAft>
                <a:spcPts val="0"/>
              </a:spcAft>
              <a:buSzPts val="1200"/>
              <a:buNone/>
              <a:defRPr sz="1200"/>
            </a:lvl9pPr>
          </a:lstStyle>
          <a:p/>
        </p:txBody>
      </p:sp>
      <p:sp>
        <p:nvSpPr>
          <p:cNvPr id="340" name="Google Shape;340;p41"/>
          <p:cNvSpPr txBox="1"/>
          <p:nvPr>
            <p:ph idx="2" type="subTitle"/>
          </p:nvPr>
        </p:nvSpPr>
        <p:spPr>
          <a:xfrm>
            <a:off x="2851500" y="2349237"/>
            <a:ext cx="3441000" cy="99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41" name="Google Shape;341;p41"/>
          <p:cNvSpPr txBox="1"/>
          <p:nvPr>
            <p:ph type="title"/>
          </p:nvPr>
        </p:nvSpPr>
        <p:spPr>
          <a:xfrm>
            <a:off x="1475700" y="471838"/>
            <a:ext cx="6192600" cy="156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8000"/>
              <a:buNone/>
              <a:defRPr sz="8000"/>
            </a:lvl1pPr>
            <a:lvl2pPr lvl="1" algn="ctr">
              <a:lnSpc>
                <a:spcPct val="100000"/>
              </a:lnSpc>
              <a:spcBef>
                <a:spcPts val="0"/>
              </a:spcBef>
              <a:spcAft>
                <a:spcPts val="0"/>
              </a:spcAft>
              <a:buSzPts val="8000"/>
              <a:buNone/>
              <a:defRPr sz="8000"/>
            </a:lvl2pPr>
            <a:lvl3pPr lvl="2" algn="ctr">
              <a:lnSpc>
                <a:spcPct val="100000"/>
              </a:lnSpc>
              <a:spcBef>
                <a:spcPts val="0"/>
              </a:spcBef>
              <a:spcAft>
                <a:spcPts val="0"/>
              </a:spcAft>
              <a:buSzPts val="8000"/>
              <a:buNone/>
              <a:defRPr sz="8000"/>
            </a:lvl3pPr>
            <a:lvl4pPr lvl="3" algn="ctr">
              <a:lnSpc>
                <a:spcPct val="100000"/>
              </a:lnSpc>
              <a:spcBef>
                <a:spcPts val="0"/>
              </a:spcBef>
              <a:spcAft>
                <a:spcPts val="0"/>
              </a:spcAft>
              <a:buSzPts val="8000"/>
              <a:buNone/>
              <a:defRPr sz="8000"/>
            </a:lvl4pPr>
            <a:lvl5pPr lvl="4" algn="ctr">
              <a:lnSpc>
                <a:spcPct val="100000"/>
              </a:lnSpc>
              <a:spcBef>
                <a:spcPts val="0"/>
              </a:spcBef>
              <a:spcAft>
                <a:spcPts val="0"/>
              </a:spcAft>
              <a:buSzPts val="8000"/>
              <a:buNone/>
              <a:defRPr sz="8000"/>
            </a:lvl5pPr>
            <a:lvl6pPr lvl="5" algn="ctr">
              <a:lnSpc>
                <a:spcPct val="100000"/>
              </a:lnSpc>
              <a:spcBef>
                <a:spcPts val="0"/>
              </a:spcBef>
              <a:spcAft>
                <a:spcPts val="0"/>
              </a:spcAft>
              <a:buSzPts val="8000"/>
              <a:buNone/>
              <a:defRPr sz="8000"/>
            </a:lvl6pPr>
            <a:lvl7pPr lvl="6" algn="ctr">
              <a:lnSpc>
                <a:spcPct val="100000"/>
              </a:lnSpc>
              <a:spcBef>
                <a:spcPts val="0"/>
              </a:spcBef>
              <a:spcAft>
                <a:spcPts val="0"/>
              </a:spcAft>
              <a:buSzPts val="8000"/>
              <a:buNone/>
              <a:defRPr sz="8000"/>
            </a:lvl7pPr>
            <a:lvl8pPr lvl="7" algn="ctr">
              <a:lnSpc>
                <a:spcPct val="100000"/>
              </a:lnSpc>
              <a:spcBef>
                <a:spcPts val="0"/>
              </a:spcBef>
              <a:spcAft>
                <a:spcPts val="0"/>
              </a:spcAft>
              <a:buSzPts val="8000"/>
              <a:buNone/>
              <a:defRPr sz="8000"/>
            </a:lvl8pPr>
            <a:lvl9pPr lvl="8" algn="ctr">
              <a:lnSpc>
                <a:spcPct val="100000"/>
              </a:lnSpc>
              <a:spcBef>
                <a:spcPts val="0"/>
              </a:spcBef>
              <a:spcAft>
                <a:spcPts val="0"/>
              </a:spcAft>
              <a:buSzPts val="8000"/>
              <a:buNone/>
              <a:defRPr sz="8000"/>
            </a:lvl9pPr>
          </a:lstStyle>
          <a:p/>
        </p:txBody>
      </p:sp>
      <p:sp>
        <p:nvSpPr>
          <p:cNvPr id="342" name="Google Shape;342;p41"/>
          <p:cNvSpPr txBox="1"/>
          <p:nvPr/>
        </p:nvSpPr>
        <p:spPr>
          <a:xfrm>
            <a:off x="2851500" y="3422375"/>
            <a:ext cx="3441000" cy="621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it" sz="1200" u="none" cap="none" strike="noStrike">
                <a:solidFill>
                  <a:schemeClr val="lt1"/>
                </a:solidFill>
                <a:latin typeface="Maven Pro"/>
                <a:ea typeface="Maven Pro"/>
                <a:cs typeface="Maven Pro"/>
                <a:sym typeface="Maven Pro"/>
              </a:rPr>
              <a:t>CREDITS: This presentation template was created by </a:t>
            </a:r>
            <a:r>
              <a:rPr b="0" i="0" lang="it" sz="1200" u="none" cap="none" strike="noStrike">
                <a:solidFill>
                  <a:schemeClr val="hlink"/>
                </a:solidFill>
                <a:uFill>
                  <a:noFill/>
                </a:uFill>
                <a:latin typeface="Maven Pro SemiBold"/>
                <a:ea typeface="Maven Pro SemiBold"/>
                <a:cs typeface="Maven Pro SemiBold"/>
                <a:sym typeface="Maven Pro SemiBold"/>
                <a:hlinkClick r:id="rId2"/>
              </a:rPr>
              <a:t>Slidesgo</a:t>
            </a:r>
            <a:r>
              <a:rPr b="0" i="0" lang="it" sz="1200" u="none" cap="none" strike="noStrike">
                <a:solidFill>
                  <a:schemeClr val="lt1"/>
                </a:solidFill>
                <a:latin typeface="Maven Pro"/>
                <a:ea typeface="Maven Pro"/>
                <a:cs typeface="Maven Pro"/>
                <a:sym typeface="Maven Pro"/>
              </a:rPr>
              <a:t>, including icons by </a:t>
            </a:r>
            <a:r>
              <a:rPr b="0" i="0" lang="it" sz="1200" u="none" cap="none" strike="noStrike">
                <a:solidFill>
                  <a:schemeClr val="hlink"/>
                </a:solidFill>
                <a:uFill>
                  <a:noFill/>
                </a:uFill>
                <a:latin typeface="Maven Pro SemiBold"/>
                <a:ea typeface="Maven Pro SemiBold"/>
                <a:cs typeface="Maven Pro SemiBold"/>
                <a:sym typeface="Maven Pro SemiBold"/>
                <a:hlinkClick r:id="rId3"/>
              </a:rPr>
              <a:t>Flaticon</a:t>
            </a:r>
            <a:r>
              <a:rPr b="0" i="0" lang="it" sz="1200" u="none" cap="none" strike="noStrike">
                <a:solidFill>
                  <a:schemeClr val="lt1"/>
                </a:solidFill>
                <a:latin typeface="Maven Pro"/>
                <a:ea typeface="Maven Pro"/>
                <a:cs typeface="Maven Pro"/>
                <a:sym typeface="Maven Pro"/>
              </a:rPr>
              <a:t>, infographics &amp; images by </a:t>
            </a:r>
            <a:r>
              <a:rPr b="0" i="0" lang="it" sz="1200" u="none" cap="none" strike="noStrike">
                <a:solidFill>
                  <a:schemeClr val="hlink"/>
                </a:solidFill>
                <a:uFill>
                  <a:noFill/>
                </a:uFill>
                <a:latin typeface="Maven Pro SemiBold"/>
                <a:ea typeface="Maven Pro SemiBold"/>
                <a:cs typeface="Maven Pro SemiBold"/>
                <a:sym typeface="Maven Pro SemiBold"/>
                <a:hlinkClick r:id="rId4"/>
              </a:rPr>
              <a:t>Freepik</a:t>
            </a:r>
            <a:endParaRPr b="0" i="0" sz="1000" u="none" cap="none" strike="noStrike">
              <a:solidFill>
                <a:schemeClr val="lt1"/>
              </a:solidFill>
              <a:latin typeface="Maven Pro"/>
              <a:ea typeface="Maven Pro"/>
              <a:cs typeface="Maven Pro"/>
              <a:sym typeface="Maven Pro"/>
            </a:endParaRPr>
          </a:p>
        </p:txBody>
      </p:sp>
      <p:pic>
        <p:nvPicPr>
          <p:cNvPr id="343" name="Google Shape;343;p41"/>
          <p:cNvPicPr preferRelativeResize="0"/>
          <p:nvPr/>
        </p:nvPicPr>
        <p:blipFill rotWithShape="1">
          <a:blip r:embed="rId5">
            <a:alphaModFix/>
          </a:blip>
          <a:srcRect b="0" l="0" r="0" t="0"/>
          <a:stretch/>
        </p:blipFill>
        <p:spPr>
          <a:xfrm>
            <a:off x="6230472" y="-3523600"/>
            <a:ext cx="5277651" cy="6723048"/>
          </a:xfrm>
          <a:prstGeom prst="rect">
            <a:avLst/>
          </a:prstGeom>
          <a:noFill/>
          <a:ln>
            <a:noFill/>
          </a:ln>
        </p:spPr>
      </p:pic>
      <p:pic>
        <p:nvPicPr>
          <p:cNvPr id="344" name="Google Shape;344;p41"/>
          <p:cNvPicPr preferRelativeResize="0"/>
          <p:nvPr/>
        </p:nvPicPr>
        <p:blipFill rotWithShape="1">
          <a:blip r:embed="rId6">
            <a:alphaModFix/>
          </a:blip>
          <a:srcRect b="0" l="0" r="0" t="0"/>
          <a:stretch/>
        </p:blipFill>
        <p:spPr>
          <a:xfrm flipH="1" rot="-5400000">
            <a:off x="-109625" y="1903725"/>
            <a:ext cx="3202249" cy="2508849"/>
          </a:xfrm>
          <a:prstGeom prst="rect">
            <a:avLst/>
          </a:prstGeom>
          <a:noFill/>
          <a:ln>
            <a:noFill/>
          </a:ln>
        </p:spPr>
      </p:pic>
      <p:pic>
        <p:nvPicPr>
          <p:cNvPr id="345" name="Google Shape;345;p41"/>
          <p:cNvPicPr preferRelativeResize="0"/>
          <p:nvPr/>
        </p:nvPicPr>
        <p:blipFill rotWithShape="1">
          <a:blip r:embed="rId7">
            <a:alphaModFix/>
          </a:blip>
          <a:srcRect b="0" l="0" r="0" t="0"/>
          <a:stretch/>
        </p:blipFill>
        <p:spPr>
          <a:xfrm flipH="1" rot="-5400000">
            <a:off x="494276" y="2778801"/>
            <a:ext cx="1459850" cy="1459850"/>
          </a:xfrm>
          <a:prstGeom prst="rect">
            <a:avLst/>
          </a:prstGeom>
          <a:noFill/>
          <a:ln>
            <a:noFill/>
          </a:ln>
        </p:spPr>
      </p:pic>
      <p:pic>
        <p:nvPicPr>
          <p:cNvPr id="346" name="Google Shape;346;p41"/>
          <p:cNvPicPr preferRelativeResize="0"/>
          <p:nvPr/>
        </p:nvPicPr>
        <p:blipFill rotWithShape="1">
          <a:blip r:embed="rId7">
            <a:alphaModFix/>
          </a:blip>
          <a:srcRect b="0" l="0" r="0" t="0"/>
          <a:stretch/>
        </p:blipFill>
        <p:spPr>
          <a:xfrm flipH="1" rot="-8100000">
            <a:off x="7360947" y="2269023"/>
            <a:ext cx="1318861" cy="1318861"/>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2">
  <p:cSld name="CUSTOM_29">
    <p:spTree>
      <p:nvGrpSpPr>
        <p:cNvPr id="347" name="Shape 347"/>
        <p:cNvGrpSpPr/>
        <p:nvPr/>
      </p:nvGrpSpPr>
      <p:grpSpPr>
        <a:xfrm>
          <a:off x="0" y="0"/>
          <a:ext cx="0" cy="0"/>
          <a:chOff x="0" y="0"/>
          <a:chExt cx="0" cy="0"/>
        </a:xfrm>
      </p:grpSpPr>
      <p:sp>
        <p:nvSpPr>
          <p:cNvPr id="348" name="Google Shape;348;p42"/>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49" name="Google Shape;349;p42"/>
          <p:cNvPicPr preferRelativeResize="0"/>
          <p:nvPr/>
        </p:nvPicPr>
        <p:blipFill rotWithShape="1">
          <a:blip r:embed="rId2">
            <a:alphaModFix/>
          </a:blip>
          <a:srcRect b="0" l="0" r="0" t="0"/>
          <a:stretch/>
        </p:blipFill>
        <p:spPr>
          <a:xfrm flipH="1" rot="-5400000">
            <a:off x="-123611" y="2545886"/>
            <a:ext cx="2092848" cy="1639676"/>
          </a:xfrm>
          <a:prstGeom prst="rect">
            <a:avLst/>
          </a:prstGeom>
          <a:noFill/>
          <a:ln>
            <a:noFill/>
          </a:ln>
        </p:spPr>
      </p:pic>
      <p:pic>
        <p:nvPicPr>
          <p:cNvPr id="350" name="Google Shape;350;p42"/>
          <p:cNvPicPr preferRelativeResize="0"/>
          <p:nvPr/>
        </p:nvPicPr>
        <p:blipFill rotWithShape="1">
          <a:blip r:embed="rId3">
            <a:alphaModFix/>
          </a:blip>
          <a:srcRect b="0" l="0" r="0" t="0"/>
          <a:stretch/>
        </p:blipFill>
        <p:spPr>
          <a:xfrm flipH="1" rot="-5400000">
            <a:off x="271070" y="3117799"/>
            <a:ext cx="954094" cy="954094"/>
          </a:xfrm>
          <a:prstGeom prst="rect">
            <a:avLst/>
          </a:prstGeom>
          <a:noFill/>
          <a:ln>
            <a:noFill/>
          </a:ln>
        </p:spPr>
      </p:pic>
      <p:pic>
        <p:nvPicPr>
          <p:cNvPr id="351" name="Google Shape;351;p42"/>
          <p:cNvPicPr preferRelativeResize="0"/>
          <p:nvPr/>
        </p:nvPicPr>
        <p:blipFill rotWithShape="1">
          <a:blip r:embed="rId2">
            <a:alphaModFix/>
          </a:blip>
          <a:srcRect b="0" l="0" r="0" t="0"/>
          <a:stretch/>
        </p:blipFill>
        <p:spPr>
          <a:xfrm>
            <a:off x="5863000" y="-3583750"/>
            <a:ext cx="5921451" cy="4639251"/>
          </a:xfrm>
          <a:prstGeom prst="rect">
            <a:avLst/>
          </a:prstGeom>
          <a:noFill/>
          <a:ln>
            <a:noFill/>
          </a:ln>
        </p:spPr>
      </p:pic>
      <p:pic>
        <p:nvPicPr>
          <p:cNvPr id="352" name="Google Shape;352;p42"/>
          <p:cNvPicPr preferRelativeResize="0"/>
          <p:nvPr/>
        </p:nvPicPr>
        <p:blipFill rotWithShape="1">
          <a:blip r:embed="rId3">
            <a:alphaModFix/>
          </a:blip>
          <a:srcRect b="0" l="0" r="0" t="0"/>
          <a:stretch/>
        </p:blipFill>
        <p:spPr>
          <a:xfrm rot="1164753">
            <a:off x="7837317" y="473828"/>
            <a:ext cx="808492" cy="808537"/>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9">
  <p:cSld name="CUSTOM_23">
    <p:spTree>
      <p:nvGrpSpPr>
        <p:cNvPr id="353" name="Shape 353"/>
        <p:cNvGrpSpPr/>
        <p:nvPr/>
      </p:nvGrpSpPr>
      <p:grpSpPr>
        <a:xfrm>
          <a:off x="0" y="0"/>
          <a:ext cx="0" cy="0"/>
          <a:chOff x="0" y="0"/>
          <a:chExt cx="0" cy="0"/>
        </a:xfrm>
      </p:grpSpPr>
      <p:sp>
        <p:nvSpPr>
          <p:cNvPr id="354" name="Google Shape;354;p43"/>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55" name="Google Shape;355;p43"/>
          <p:cNvPicPr preferRelativeResize="0"/>
          <p:nvPr/>
        </p:nvPicPr>
        <p:blipFill rotWithShape="1">
          <a:blip r:embed="rId2">
            <a:alphaModFix/>
          </a:blip>
          <a:srcRect b="0" l="0" r="0" t="0"/>
          <a:stretch/>
        </p:blipFill>
        <p:spPr>
          <a:xfrm flipH="1" rot="-2846203">
            <a:off x="7179418" y="65276"/>
            <a:ext cx="1630675" cy="1834946"/>
          </a:xfrm>
          <a:prstGeom prst="rect">
            <a:avLst/>
          </a:prstGeom>
          <a:noFill/>
          <a:ln>
            <a:noFill/>
          </a:ln>
        </p:spPr>
      </p:pic>
      <p:pic>
        <p:nvPicPr>
          <p:cNvPr id="356" name="Google Shape;356;p43"/>
          <p:cNvPicPr preferRelativeResize="0"/>
          <p:nvPr/>
        </p:nvPicPr>
        <p:blipFill rotWithShape="1">
          <a:blip r:embed="rId3">
            <a:alphaModFix/>
          </a:blip>
          <a:srcRect b="0" l="0" r="0" t="0"/>
          <a:stretch/>
        </p:blipFill>
        <p:spPr>
          <a:xfrm>
            <a:off x="6129592" y="3573100"/>
            <a:ext cx="4710674" cy="3690650"/>
          </a:xfrm>
          <a:prstGeom prst="rect">
            <a:avLst/>
          </a:prstGeom>
          <a:noFill/>
          <a:ln>
            <a:noFill/>
          </a:ln>
        </p:spPr>
      </p:pic>
      <p:pic>
        <p:nvPicPr>
          <p:cNvPr id="357" name="Google Shape;357;p43"/>
          <p:cNvPicPr preferRelativeResize="0"/>
          <p:nvPr/>
        </p:nvPicPr>
        <p:blipFill rotWithShape="1">
          <a:blip r:embed="rId4">
            <a:alphaModFix/>
          </a:blip>
          <a:srcRect b="0" l="0" r="0" t="0"/>
          <a:stretch/>
        </p:blipFill>
        <p:spPr>
          <a:xfrm flipH="1" rot="8853805">
            <a:off x="7517741" y="571578"/>
            <a:ext cx="784590" cy="784590"/>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0">
  <p:cSld name="CUSTOM_24">
    <p:spTree>
      <p:nvGrpSpPr>
        <p:cNvPr id="358" name="Shape 358"/>
        <p:cNvGrpSpPr/>
        <p:nvPr/>
      </p:nvGrpSpPr>
      <p:grpSpPr>
        <a:xfrm>
          <a:off x="0" y="0"/>
          <a:ext cx="0" cy="0"/>
          <a:chOff x="0" y="0"/>
          <a:chExt cx="0" cy="0"/>
        </a:xfrm>
      </p:grpSpPr>
      <p:sp>
        <p:nvSpPr>
          <p:cNvPr id="359" name="Google Shape;359;p44"/>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60" name="Google Shape;360;p44"/>
          <p:cNvPicPr preferRelativeResize="0"/>
          <p:nvPr/>
        </p:nvPicPr>
        <p:blipFill rotWithShape="1">
          <a:blip r:embed="rId2">
            <a:alphaModFix/>
          </a:blip>
          <a:srcRect b="0" l="0" r="0" t="0"/>
          <a:stretch/>
        </p:blipFill>
        <p:spPr>
          <a:xfrm>
            <a:off x="6706076" y="-1894000"/>
            <a:ext cx="3565175" cy="4465751"/>
          </a:xfrm>
          <a:prstGeom prst="rect">
            <a:avLst/>
          </a:prstGeom>
          <a:noFill/>
          <a:ln>
            <a:noFill/>
          </a:ln>
        </p:spPr>
      </p:pic>
      <p:pic>
        <p:nvPicPr>
          <p:cNvPr id="361" name="Google Shape;361;p44"/>
          <p:cNvPicPr preferRelativeResize="0"/>
          <p:nvPr/>
        </p:nvPicPr>
        <p:blipFill rotWithShape="1">
          <a:blip r:embed="rId3">
            <a:alphaModFix/>
          </a:blip>
          <a:srcRect b="0" l="0" r="0" t="0"/>
          <a:stretch/>
        </p:blipFill>
        <p:spPr>
          <a:xfrm>
            <a:off x="6310998" y="260723"/>
            <a:ext cx="1121725" cy="1187274"/>
          </a:xfrm>
          <a:prstGeom prst="rect">
            <a:avLst/>
          </a:prstGeom>
          <a:noFill/>
          <a:ln>
            <a:noFill/>
          </a:ln>
        </p:spPr>
      </p:pic>
      <p:pic>
        <p:nvPicPr>
          <p:cNvPr id="362" name="Google Shape;362;p44"/>
          <p:cNvPicPr preferRelativeResize="0"/>
          <p:nvPr/>
        </p:nvPicPr>
        <p:blipFill rotWithShape="1">
          <a:blip r:embed="rId4">
            <a:alphaModFix/>
          </a:blip>
          <a:srcRect b="0" l="0" r="0" t="0"/>
          <a:stretch/>
        </p:blipFill>
        <p:spPr>
          <a:xfrm rot="-4969269">
            <a:off x="94679" y="3432171"/>
            <a:ext cx="1616669" cy="1616665"/>
          </a:xfrm>
          <a:prstGeom prst="rect">
            <a:avLst/>
          </a:prstGeom>
          <a:noFill/>
          <a:ln>
            <a:noFill/>
          </a:ln>
        </p:spPr>
      </p:pic>
      <p:pic>
        <p:nvPicPr>
          <p:cNvPr id="363" name="Google Shape;363;p44"/>
          <p:cNvPicPr preferRelativeResize="0"/>
          <p:nvPr/>
        </p:nvPicPr>
        <p:blipFill rotWithShape="1">
          <a:blip r:embed="rId3">
            <a:alphaModFix/>
          </a:blip>
          <a:srcRect b="0" l="0" r="0" t="0"/>
          <a:stretch/>
        </p:blipFill>
        <p:spPr>
          <a:xfrm flipH="1" rot="-3171555">
            <a:off x="1474615" y="3891542"/>
            <a:ext cx="659361" cy="697908"/>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364" name="Shape 364"/>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21">
    <p:spTree>
      <p:nvGrpSpPr>
        <p:cNvPr id="365" name="Shape 365"/>
        <p:cNvGrpSpPr/>
        <p:nvPr/>
      </p:nvGrpSpPr>
      <p:grpSpPr>
        <a:xfrm>
          <a:off x="0" y="0"/>
          <a:ext cx="0" cy="0"/>
          <a:chOff x="0" y="0"/>
          <a:chExt cx="0" cy="0"/>
        </a:xfrm>
      </p:grpSpPr>
      <p:sp>
        <p:nvSpPr>
          <p:cNvPr id="366" name="Google Shape;366;p46"/>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67" name="Google Shape;367;p46"/>
          <p:cNvPicPr preferRelativeResize="0"/>
          <p:nvPr/>
        </p:nvPicPr>
        <p:blipFill rotWithShape="1">
          <a:blip r:embed="rId2">
            <a:alphaModFix/>
          </a:blip>
          <a:srcRect b="0" l="0" r="0" t="0"/>
          <a:stretch/>
        </p:blipFill>
        <p:spPr>
          <a:xfrm flipH="1" rot="-2846203">
            <a:off x="7179418" y="65276"/>
            <a:ext cx="1630675" cy="1834946"/>
          </a:xfrm>
          <a:prstGeom prst="rect">
            <a:avLst/>
          </a:prstGeom>
          <a:noFill/>
          <a:ln>
            <a:noFill/>
          </a:ln>
        </p:spPr>
      </p:pic>
      <p:pic>
        <p:nvPicPr>
          <p:cNvPr id="368" name="Google Shape;368;p46"/>
          <p:cNvPicPr preferRelativeResize="0"/>
          <p:nvPr/>
        </p:nvPicPr>
        <p:blipFill rotWithShape="1">
          <a:blip r:embed="rId3">
            <a:alphaModFix/>
          </a:blip>
          <a:srcRect b="0" l="0" r="0" t="0"/>
          <a:stretch/>
        </p:blipFill>
        <p:spPr>
          <a:xfrm>
            <a:off x="6129592" y="3573100"/>
            <a:ext cx="4710674" cy="3690650"/>
          </a:xfrm>
          <a:prstGeom prst="rect">
            <a:avLst/>
          </a:prstGeom>
          <a:noFill/>
          <a:ln>
            <a:noFill/>
          </a:ln>
        </p:spPr>
      </p:pic>
      <p:pic>
        <p:nvPicPr>
          <p:cNvPr id="369" name="Google Shape;369;p46"/>
          <p:cNvPicPr preferRelativeResize="0"/>
          <p:nvPr/>
        </p:nvPicPr>
        <p:blipFill rotWithShape="1">
          <a:blip r:embed="rId4">
            <a:alphaModFix/>
          </a:blip>
          <a:srcRect b="0" l="0" r="0" t="0"/>
          <a:stretch/>
        </p:blipFill>
        <p:spPr>
          <a:xfrm flipH="1" rot="8853805">
            <a:off x="7517741" y="571578"/>
            <a:ext cx="784590" cy="78459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26">
    <p:spTree>
      <p:nvGrpSpPr>
        <p:cNvPr id="370" name="Shape 370"/>
        <p:cNvGrpSpPr/>
        <p:nvPr/>
      </p:nvGrpSpPr>
      <p:grpSpPr>
        <a:xfrm>
          <a:off x="0" y="0"/>
          <a:ext cx="0" cy="0"/>
          <a:chOff x="0" y="0"/>
          <a:chExt cx="0" cy="0"/>
        </a:xfrm>
      </p:grpSpPr>
      <p:pic>
        <p:nvPicPr>
          <p:cNvPr id="371" name="Google Shape;371;p47"/>
          <p:cNvPicPr preferRelativeResize="0"/>
          <p:nvPr/>
        </p:nvPicPr>
        <p:blipFill rotWithShape="1">
          <a:blip r:embed="rId2">
            <a:alphaModFix/>
          </a:blip>
          <a:srcRect b="0" l="0" r="0" t="0"/>
          <a:stretch/>
        </p:blipFill>
        <p:spPr>
          <a:xfrm rot="-4519443">
            <a:off x="6772286" y="517044"/>
            <a:ext cx="2433749" cy="1906763"/>
          </a:xfrm>
          <a:prstGeom prst="rect">
            <a:avLst/>
          </a:prstGeom>
          <a:noFill/>
          <a:ln>
            <a:noFill/>
          </a:ln>
        </p:spPr>
      </p:pic>
      <p:pic>
        <p:nvPicPr>
          <p:cNvPr id="372" name="Google Shape;372;p47"/>
          <p:cNvPicPr preferRelativeResize="0"/>
          <p:nvPr/>
        </p:nvPicPr>
        <p:blipFill rotWithShape="1">
          <a:blip r:embed="rId3">
            <a:alphaModFix/>
          </a:blip>
          <a:srcRect b="0" l="0" r="0" t="0"/>
          <a:stretch/>
        </p:blipFill>
        <p:spPr>
          <a:xfrm rot="-4519406">
            <a:off x="6810445" y="289965"/>
            <a:ext cx="1081077" cy="1081073"/>
          </a:xfrm>
          <a:prstGeom prst="rect">
            <a:avLst/>
          </a:prstGeom>
          <a:noFill/>
          <a:ln>
            <a:noFill/>
          </a:ln>
        </p:spPr>
      </p:pic>
      <p:pic>
        <p:nvPicPr>
          <p:cNvPr id="373" name="Google Shape;373;p47"/>
          <p:cNvPicPr preferRelativeResize="0"/>
          <p:nvPr/>
        </p:nvPicPr>
        <p:blipFill rotWithShape="1">
          <a:blip r:embed="rId4">
            <a:alphaModFix/>
          </a:blip>
          <a:srcRect b="0" l="0" r="0" t="0"/>
          <a:stretch/>
        </p:blipFill>
        <p:spPr>
          <a:xfrm rot="10800000">
            <a:off x="-1679024" y="593224"/>
            <a:ext cx="3684399" cy="4615101"/>
          </a:xfrm>
          <a:prstGeom prst="rect">
            <a:avLst/>
          </a:prstGeom>
          <a:noFill/>
          <a:ln>
            <a:noFill/>
          </a:ln>
        </p:spPr>
      </p:pic>
      <p:pic>
        <p:nvPicPr>
          <p:cNvPr id="374" name="Google Shape;374;p47"/>
          <p:cNvPicPr preferRelativeResize="0"/>
          <p:nvPr/>
        </p:nvPicPr>
        <p:blipFill rotWithShape="1">
          <a:blip r:embed="rId5">
            <a:alphaModFix/>
          </a:blip>
          <a:srcRect b="0" l="0" r="0" t="0"/>
          <a:stretch/>
        </p:blipFill>
        <p:spPr>
          <a:xfrm rot="-7557728">
            <a:off x="1376771" y="3369758"/>
            <a:ext cx="1090751" cy="1154477"/>
          </a:xfrm>
          <a:prstGeom prst="rect">
            <a:avLst/>
          </a:prstGeom>
          <a:noFill/>
          <a:ln>
            <a:noFill/>
          </a:ln>
        </p:spPr>
      </p:pic>
      <p:pic>
        <p:nvPicPr>
          <p:cNvPr id="375" name="Google Shape;375;p47"/>
          <p:cNvPicPr preferRelativeResize="0"/>
          <p:nvPr/>
        </p:nvPicPr>
        <p:blipFill rotWithShape="1">
          <a:blip r:embed="rId3">
            <a:alphaModFix/>
          </a:blip>
          <a:srcRect b="0" l="0" r="0" t="0"/>
          <a:stretch/>
        </p:blipFill>
        <p:spPr>
          <a:xfrm rot="6959238">
            <a:off x="238309" y="907910"/>
            <a:ext cx="1038583" cy="1038583"/>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7">
    <p:spTree>
      <p:nvGrpSpPr>
        <p:cNvPr id="376" name="Shape 376"/>
        <p:cNvGrpSpPr/>
        <p:nvPr/>
      </p:nvGrpSpPr>
      <p:grpSpPr>
        <a:xfrm>
          <a:off x="0" y="0"/>
          <a:ext cx="0" cy="0"/>
          <a:chOff x="0" y="0"/>
          <a:chExt cx="0" cy="0"/>
        </a:xfrm>
      </p:grpSpPr>
      <p:pic>
        <p:nvPicPr>
          <p:cNvPr id="377" name="Google Shape;377;p48"/>
          <p:cNvPicPr preferRelativeResize="0"/>
          <p:nvPr/>
        </p:nvPicPr>
        <p:blipFill rotWithShape="1">
          <a:blip r:embed="rId2">
            <a:alphaModFix/>
          </a:blip>
          <a:srcRect b="0" l="0" r="0" t="0"/>
          <a:stretch/>
        </p:blipFill>
        <p:spPr>
          <a:xfrm>
            <a:off x="6706076" y="-1894000"/>
            <a:ext cx="3565175" cy="4465751"/>
          </a:xfrm>
          <a:prstGeom prst="rect">
            <a:avLst/>
          </a:prstGeom>
          <a:noFill/>
          <a:ln>
            <a:noFill/>
          </a:ln>
        </p:spPr>
      </p:pic>
      <p:pic>
        <p:nvPicPr>
          <p:cNvPr id="378" name="Google Shape;378;p48"/>
          <p:cNvPicPr preferRelativeResize="0"/>
          <p:nvPr/>
        </p:nvPicPr>
        <p:blipFill rotWithShape="1">
          <a:blip r:embed="rId3">
            <a:alphaModFix/>
          </a:blip>
          <a:srcRect b="0" l="0" r="0" t="0"/>
          <a:stretch/>
        </p:blipFill>
        <p:spPr>
          <a:xfrm>
            <a:off x="6310998" y="260723"/>
            <a:ext cx="1121725" cy="1187274"/>
          </a:xfrm>
          <a:prstGeom prst="rect">
            <a:avLst/>
          </a:prstGeom>
          <a:noFill/>
          <a:ln>
            <a:noFill/>
          </a:ln>
        </p:spPr>
      </p:pic>
      <p:pic>
        <p:nvPicPr>
          <p:cNvPr id="379" name="Google Shape;379;p48"/>
          <p:cNvPicPr preferRelativeResize="0"/>
          <p:nvPr/>
        </p:nvPicPr>
        <p:blipFill rotWithShape="1">
          <a:blip r:embed="rId4">
            <a:alphaModFix/>
          </a:blip>
          <a:srcRect b="0" l="0" r="0" t="0"/>
          <a:stretch/>
        </p:blipFill>
        <p:spPr>
          <a:xfrm rot="2846203">
            <a:off x="293574" y="65276"/>
            <a:ext cx="1630675" cy="1834946"/>
          </a:xfrm>
          <a:prstGeom prst="rect">
            <a:avLst/>
          </a:prstGeom>
          <a:noFill/>
          <a:ln>
            <a:noFill/>
          </a:ln>
        </p:spPr>
      </p:pic>
      <p:pic>
        <p:nvPicPr>
          <p:cNvPr id="380" name="Google Shape;380;p48"/>
          <p:cNvPicPr preferRelativeResize="0"/>
          <p:nvPr/>
        </p:nvPicPr>
        <p:blipFill rotWithShape="1">
          <a:blip r:embed="rId5">
            <a:alphaModFix/>
          </a:blip>
          <a:srcRect b="0" l="0" r="0" t="0"/>
          <a:stretch/>
        </p:blipFill>
        <p:spPr>
          <a:xfrm flipH="1">
            <a:off x="1095476" y="3573100"/>
            <a:ext cx="4710674" cy="3690650"/>
          </a:xfrm>
          <a:prstGeom prst="rect">
            <a:avLst/>
          </a:prstGeom>
          <a:noFill/>
          <a:ln>
            <a:noFill/>
          </a:ln>
        </p:spPr>
      </p:pic>
      <p:pic>
        <p:nvPicPr>
          <p:cNvPr id="381" name="Google Shape;381;p48"/>
          <p:cNvPicPr preferRelativeResize="0"/>
          <p:nvPr/>
        </p:nvPicPr>
        <p:blipFill rotWithShape="1">
          <a:blip r:embed="rId6">
            <a:alphaModFix/>
          </a:blip>
          <a:srcRect b="0" l="0" r="0" t="0"/>
          <a:stretch/>
        </p:blipFill>
        <p:spPr>
          <a:xfrm rot="-8853805">
            <a:off x="801336" y="571578"/>
            <a:ext cx="784590" cy="7845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5" Type="http://schemas.openxmlformats.org/officeDocument/2006/relationships/slideLayout" Target="../slideLayouts/slideLayout15.xml"/><Relationship Id="rId6" Type="http://schemas.openxmlformats.org/officeDocument/2006/relationships/slideLayout" Target="../slideLayouts/slideLayout16.xml"/><Relationship Id="rId29" Type="http://schemas.openxmlformats.org/officeDocument/2006/relationships/slideLayout" Target="../slideLayouts/slideLayout39.xml"/><Relationship Id="rId7" Type="http://schemas.openxmlformats.org/officeDocument/2006/relationships/slideLayout" Target="../slideLayouts/slideLayout17.xml"/><Relationship Id="rId8" Type="http://schemas.openxmlformats.org/officeDocument/2006/relationships/slideLayout" Target="../slideLayouts/slideLayout18.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11" Type="http://schemas.openxmlformats.org/officeDocument/2006/relationships/slideLayout" Target="../slideLayouts/slideLayout21.xml"/><Relationship Id="rId33" Type="http://schemas.openxmlformats.org/officeDocument/2006/relationships/slideLayout" Target="../slideLayouts/slideLayout43.xml"/><Relationship Id="rId10" Type="http://schemas.openxmlformats.org/officeDocument/2006/relationships/slideLayout" Target="../slideLayouts/slideLayout20.xml"/><Relationship Id="rId32" Type="http://schemas.openxmlformats.org/officeDocument/2006/relationships/slideLayout" Target="../slideLayouts/slideLayout42.xml"/><Relationship Id="rId13" Type="http://schemas.openxmlformats.org/officeDocument/2006/relationships/slideLayout" Target="../slideLayouts/slideLayout23.xml"/><Relationship Id="rId35" Type="http://schemas.openxmlformats.org/officeDocument/2006/relationships/slideLayout" Target="../slideLayouts/slideLayout45.xml"/><Relationship Id="rId12" Type="http://schemas.openxmlformats.org/officeDocument/2006/relationships/slideLayout" Target="../slideLayouts/slideLayout22.xml"/><Relationship Id="rId34" Type="http://schemas.openxmlformats.org/officeDocument/2006/relationships/slideLayout" Target="../slideLayouts/slideLayout44.xml"/><Relationship Id="rId15" Type="http://schemas.openxmlformats.org/officeDocument/2006/relationships/slideLayout" Target="../slideLayouts/slideLayout25.xml"/><Relationship Id="rId37" Type="http://schemas.openxmlformats.org/officeDocument/2006/relationships/theme" Target="../theme/theme1.xml"/><Relationship Id="rId14" Type="http://schemas.openxmlformats.org/officeDocument/2006/relationships/slideLayout" Target="../slideLayouts/slideLayout24.xml"/><Relationship Id="rId36" Type="http://schemas.openxmlformats.org/officeDocument/2006/relationships/slideLayout" Target="../slideLayouts/slideLayout46.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130" name="Shape 130"/>
        <p:cNvGrpSpPr/>
        <p:nvPr/>
      </p:nvGrpSpPr>
      <p:grpSpPr>
        <a:xfrm>
          <a:off x="0" y="0"/>
          <a:ext cx="0" cy="0"/>
          <a:chOff x="0" y="0"/>
          <a:chExt cx="0" cy="0"/>
        </a:xfrm>
      </p:grpSpPr>
      <p:sp>
        <p:nvSpPr>
          <p:cNvPr id="131" name="Google Shape;131;p13"/>
          <p:cNvSpPr txBox="1"/>
          <p:nvPr>
            <p:ph type="title"/>
          </p:nvPr>
        </p:nvSpPr>
        <p:spPr>
          <a:xfrm>
            <a:off x="708600" y="445025"/>
            <a:ext cx="77268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MuseoModerno"/>
              <a:buNone/>
              <a:defRPr b="0" i="0" sz="2800" u="none" cap="none" strike="noStrike">
                <a:solidFill>
                  <a:schemeClr val="lt1"/>
                </a:solidFill>
                <a:latin typeface="MuseoModerno"/>
                <a:ea typeface="MuseoModerno"/>
                <a:cs typeface="MuseoModerno"/>
                <a:sym typeface="MuseoModerno"/>
              </a:defRPr>
            </a:lvl1pPr>
            <a:lvl2pPr lvl="1" marR="0" rtl="0" algn="l">
              <a:lnSpc>
                <a:spcPct val="100000"/>
              </a:lnSpc>
              <a:spcBef>
                <a:spcPts val="0"/>
              </a:spcBef>
              <a:spcAft>
                <a:spcPts val="0"/>
              </a:spcAft>
              <a:buClr>
                <a:schemeClr val="lt1"/>
              </a:buClr>
              <a:buSzPts val="2800"/>
              <a:buFont typeface="MuseoModerno"/>
              <a:buNone/>
              <a:defRPr b="0" i="0" sz="2800" u="none" cap="none" strike="noStrike">
                <a:solidFill>
                  <a:schemeClr val="lt1"/>
                </a:solidFill>
                <a:latin typeface="MuseoModerno"/>
                <a:ea typeface="MuseoModerno"/>
                <a:cs typeface="MuseoModerno"/>
                <a:sym typeface="MuseoModerno"/>
              </a:defRPr>
            </a:lvl2pPr>
            <a:lvl3pPr lvl="2" marR="0" rtl="0" algn="l">
              <a:lnSpc>
                <a:spcPct val="100000"/>
              </a:lnSpc>
              <a:spcBef>
                <a:spcPts val="0"/>
              </a:spcBef>
              <a:spcAft>
                <a:spcPts val="0"/>
              </a:spcAft>
              <a:buClr>
                <a:schemeClr val="lt1"/>
              </a:buClr>
              <a:buSzPts val="2800"/>
              <a:buFont typeface="MuseoModerno"/>
              <a:buNone/>
              <a:defRPr b="0" i="0" sz="2800" u="none" cap="none" strike="noStrike">
                <a:solidFill>
                  <a:schemeClr val="lt1"/>
                </a:solidFill>
                <a:latin typeface="MuseoModerno"/>
                <a:ea typeface="MuseoModerno"/>
                <a:cs typeface="MuseoModerno"/>
                <a:sym typeface="MuseoModerno"/>
              </a:defRPr>
            </a:lvl3pPr>
            <a:lvl4pPr lvl="3" marR="0" rtl="0" algn="l">
              <a:lnSpc>
                <a:spcPct val="100000"/>
              </a:lnSpc>
              <a:spcBef>
                <a:spcPts val="0"/>
              </a:spcBef>
              <a:spcAft>
                <a:spcPts val="0"/>
              </a:spcAft>
              <a:buClr>
                <a:schemeClr val="lt1"/>
              </a:buClr>
              <a:buSzPts val="2800"/>
              <a:buFont typeface="MuseoModerno"/>
              <a:buNone/>
              <a:defRPr b="0" i="0" sz="2800" u="none" cap="none" strike="noStrike">
                <a:solidFill>
                  <a:schemeClr val="lt1"/>
                </a:solidFill>
                <a:latin typeface="MuseoModerno"/>
                <a:ea typeface="MuseoModerno"/>
                <a:cs typeface="MuseoModerno"/>
                <a:sym typeface="MuseoModerno"/>
              </a:defRPr>
            </a:lvl4pPr>
            <a:lvl5pPr lvl="4" marR="0" rtl="0" algn="l">
              <a:lnSpc>
                <a:spcPct val="100000"/>
              </a:lnSpc>
              <a:spcBef>
                <a:spcPts val="0"/>
              </a:spcBef>
              <a:spcAft>
                <a:spcPts val="0"/>
              </a:spcAft>
              <a:buClr>
                <a:schemeClr val="lt1"/>
              </a:buClr>
              <a:buSzPts val="2800"/>
              <a:buFont typeface="MuseoModerno"/>
              <a:buNone/>
              <a:defRPr b="0" i="0" sz="2800" u="none" cap="none" strike="noStrike">
                <a:solidFill>
                  <a:schemeClr val="lt1"/>
                </a:solidFill>
                <a:latin typeface="MuseoModerno"/>
                <a:ea typeface="MuseoModerno"/>
                <a:cs typeface="MuseoModerno"/>
                <a:sym typeface="MuseoModerno"/>
              </a:defRPr>
            </a:lvl5pPr>
            <a:lvl6pPr lvl="5" marR="0" rtl="0" algn="l">
              <a:lnSpc>
                <a:spcPct val="100000"/>
              </a:lnSpc>
              <a:spcBef>
                <a:spcPts val="0"/>
              </a:spcBef>
              <a:spcAft>
                <a:spcPts val="0"/>
              </a:spcAft>
              <a:buClr>
                <a:schemeClr val="lt1"/>
              </a:buClr>
              <a:buSzPts val="2800"/>
              <a:buFont typeface="MuseoModerno"/>
              <a:buNone/>
              <a:defRPr b="0" i="0" sz="2800" u="none" cap="none" strike="noStrike">
                <a:solidFill>
                  <a:schemeClr val="lt1"/>
                </a:solidFill>
                <a:latin typeface="MuseoModerno"/>
                <a:ea typeface="MuseoModerno"/>
                <a:cs typeface="MuseoModerno"/>
                <a:sym typeface="MuseoModerno"/>
              </a:defRPr>
            </a:lvl6pPr>
            <a:lvl7pPr lvl="6" marR="0" rtl="0" algn="l">
              <a:lnSpc>
                <a:spcPct val="100000"/>
              </a:lnSpc>
              <a:spcBef>
                <a:spcPts val="0"/>
              </a:spcBef>
              <a:spcAft>
                <a:spcPts val="0"/>
              </a:spcAft>
              <a:buClr>
                <a:schemeClr val="lt1"/>
              </a:buClr>
              <a:buSzPts val="2800"/>
              <a:buFont typeface="MuseoModerno"/>
              <a:buNone/>
              <a:defRPr b="0" i="0" sz="2800" u="none" cap="none" strike="noStrike">
                <a:solidFill>
                  <a:schemeClr val="lt1"/>
                </a:solidFill>
                <a:latin typeface="MuseoModerno"/>
                <a:ea typeface="MuseoModerno"/>
                <a:cs typeface="MuseoModerno"/>
                <a:sym typeface="MuseoModerno"/>
              </a:defRPr>
            </a:lvl7pPr>
            <a:lvl8pPr lvl="7" marR="0" rtl="0" algn="l">
              <a:lnSpc>
                <a:spcPct val="100000"/>
              </a:lnSpc>
              <a:spcBef>
                <a:spcPts val="0"/>
              </a:spcBef>
              <a:spcAft>
                <a:spcPts val="0"/>
              </a:spcAft>
              <a:buClr>
                <a:schemeClr val="lt1"/>
              </a:buClr>
              <a:buSzPts val="2800"/>
              <a:buFont typeface="MuseoModerno"/>
              <a:buNone/>
              <a:defRPr b="0" i="0" sz="2800" u="none" cap="none" strike="noStrike">
                <a:solidFill>
                  <a:schemeClr val="lt1"/>
                </a:solidFill>
                <a:latin typeface="MuseoModerno"/>
                <a:ea typeface="MuseoModerno"/>
                <a:cs typeface="MuseoModerno"/>
                <a:sym typeface="MuseoModerno"/>
              </a:defRPr>
            </a:lvl8pPr>
            <a:lvl9pPr lvl="8" marR="0" rtl="0" algn="l">
              <a:lnSpc>
                <a:spcPct val="100000"/>
              </a:lnSpc>
              <a:spcBef>
                <a:spcPts val="0"/>
              </a:spcBef>
              <a:spcAft>
                <a:spcPts val="0"/>
              </a:spcAft>
              <a:buClr>
                <a:schemeClr val="lt1"/>
              </a:buClr>
              <a:buSzPts val="2800"/>
              <a:buFont typeface="MuseoModerno"/>
              <a:buNone/>
              <a:defRPr b="0" i="0" sz="2800" u="none" cap="none" strike="noStrike">
                <a:solidFill>
                  <a:schemeClr val="lt1"/>
                </a:solidFill>
                <a:latin typeface="MuseoModerno"/>
                <a:ea typeface="MuseoModerno"/>
                <a:cs typeface="MuseoModerno"/>
                <a:sym typeface="MuseoModerno"/>
              </a:defRPr>
            </a:lvl9pPr>
          </a:lstStyle>
          <a:p/>
        </p:txBody>
      </p:sp>
      <p:sp>
        <p:nvSpPr>
          <p:cNvPr id="132" name="Google Shape;132;p13"/>
          <p:cNvSpPr txBox="1"/>
          <p:nvPr>
            <p:ph idx="1" type="body"/>
          </p:nvPr>
        </p:nvSpPr>
        <p:spPr>
          <a:xfrm>
            <a:off x="708600" y="1152475"/>
            <a:ext cx="77268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Maven Pro"/>
              <a:buChar char="●"/>
              <a:defRPr b="0" i="0" sz="1800" u="none" cap="none" strike="noStrike">
                <a:solidFill>
                  <a:schemeClr val="lt1"/>
                </a:solidFill>
                <a:latin typeface="Maven Pro"/>
                <a:ea typeface="Maven Pro"/>
                <a:cs typeface="Maven Pro"/>
                <a:sym typeface="Maven Pro"/>
              </a:defRPr>
            </a:lvl1pPr>
            <a:lvl2pPr indent="-317500" lvl="1" marL="914400" marR="0" rtl="0" algn="l">
              <a:lnSpc>
                <a:spcPct val="115000"/>
              </a:lnSpc>
              <a:spcBef>
                <a:spcPts val="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2pPr>
            <a:lvl3pPr indent="-317500" lvl="2" marL="1371600" marR="0" rtl="0" algn="l">
              <a:lnSpc>
                <a:spcPct val="115000"/>
              </a:lnSpc>
              <a:spcBef>
                <a:spcPts val="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3pPr>
            <a:lvl4pPr indent="-317500" lvl="3" marL="1828800" marR="0" rtl="0" algn="l">
              <a:lnSpc>
                <a:spcPct val="115000"/>
              </a:lnSpc>
              <a:spcBef>
                <a:spcPts val="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4pPr>
            <a:lvl5pPr indent="-317500" lvl="4" marL="2286000" marR="0" rtl="0" algn="l">
              <a:lnSpc>
                <a:spcPct val="115000"/>
              </a:lnSpc>
              <a:spcBef>
                <a:spcPts val="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5pPr>
            <a:lvl6pPr indent="-317500" lvl="5" marL="2743200" marR="0" rtl="0" algn="l">
              <a:lnSpc>
                <a:spcPct val="115000"/>
              </a:lnSpc>
              <a:spcBef>
                <a:spcPts val="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6pPr>
            <a:lvl7pPr indent="-317500" lvl="6" marL="3200400" marR="0" rtl="0" algn="l">
              <a:lnSpc>
                <a:spcPct val="115000"/>
              </a:lnSpc>
              <a:spcBef>
                <a:spcPts val="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7pPr>
            <a:lvl8pPr indent="-317500" lvl="7" marL="3657600" marR="0" rtl="0" algn="l">
              <a:lnSpc>
                <a:spcPct val="115000"/>
              </a:lnSpc>
              <a:spcBef>
                <a:spcPts val="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8pPr>
            <a:lvl9pPr indent="-317500" lvl="8" marL="4114800" marR="0" rtl="0" algn="l">
              <a:lnSpc>
                <a:spcPct val="115000"/>
              </a:lnSpc>
              <a:spcBef>
                <a:spcPts val="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9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3.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29.pn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26.png"/><Relationship Id="rId5"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21.png"/><Relationship Id="rId5" Type="http://schemas.openxmlformats.org/officeDocument/2006/relationships/image" Target="../media/image27.png"/><Relationship Id="rId6" Type="http://schemas.openxmlformats.org/officeDocument/2006/relationships/image" Target="../media/image32.png"/><Relationship Id="rId7" Type="http://schemas.openxmlformats.org/officeDocument/2006/relationships/image" Target="../media/image34.png"/><Relationship Id="rId8"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40.png"/><Relationship Id="rId5" Type="http://schemas.openxmlformats.org/officeDocument/2006/relationships/image" Target="../media/image35.png"/><Relationship Id="rId6" Type="http://schemas.openxmlformats.org/officeDocument/2006/relationships/image" Target="../media/image41.png"/><Relationship Id="rId7" Type="http://schemas.openxmlformats.org/officeDocument/2006/relationships/image" Target="../media/image44.png"/><Relationship Id="rId8"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57.png"/><Relationship Id="rId9" Type="http://schemas.openxmlformats.org/officeDocument/2006/relationships/image" Target="../media/image42.png"/><Relationship Id="rId5" Type="http://schemas.openxmlformats.org/officeDocument/2006/relationships/image" Target="../media/image38.png"/><Relationship Id="rId6" Type="http://schemas.openxmlformats.org/officeDocument/2006/relationships/image" Target="../media/image37.png"/><Relationship Id="rId7" Type="http://schemas.openxmlformats.org/officeDocument/2006/relationships/image" Target="../media/image33.png"/><Relationship Id="rId8" Type="http://schemas.openxmlformats.org/officeDocument/2006/relationships/image" Target="../media/image49.png"/><Relationship Id="rId11" Type="http://schemas.openxmlformats.org/officeDocument/2006/relationships/image" Target="../media/image43.png"/><Relationship Id="rId10" Type="http://schemas.openxmlformats.org/officeDocument/2006/relationships/image" Target="../media/image3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46.png"/><Relationship Id="rId6" Type="http://schemas.openxmlformats.org/officeDocument/2006/relationships/image" Target="../media/image45.png"/><Relationship Id="rId7" Type="http://schemas.openxmlformats.org/officeDocument/2006/relationships/image" Target="../media/image47.png"/><Relationship Id="rId8" Type="http://schemas.openxmlformats.org/officeDocument/2006/relationships/image" Target="../media/image5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53.png"/><Relationship Id="rId5"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50.png"/><Relationship Id="rId5" Type="http://schemas.openxmlformats.org/officeDocument/2006/relationships/image" Target="../media/image55.png"/><Relationship Id="rId6" Type="http://schemas.openxmlformats.org/officeDocument/2006/relationships/image" Target="../media/image5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54.png"/><Relationship Id="rId5" Type="http://schemas.openxmlformats.org/officeDocument/2006/relationships/image" Target="../media/image5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5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6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1.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9"/>
          <p:cNvSpPr txBox="1"/>
          <p:nvPr>
            <p:ph type="ctrTitle"/>
          </p:nvPr>
        </p:nvSpPr>
        <p:spPr>
          <a:xfrm>
            <a:off x="754875" y="1113700"/>
            <a:ext cx="7780800" cy="164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it" sz="4100">
                <a:latin typeface="Montserrat"/>
                <a:ea typeface="Montserrat"/>
                <a:cs typeface="Montserrat"/>
                <a:sym typeface="Montserrat"/>
              </a:rPr>
              <a:t>DGN &amp; DDQN Agent</a:t>
            </a:r>
            <a:endParaRPr b="1" sz="4100">
              <a:latin typeface="Montserrat"/>
              <a:ea typeface="Montserrat"/>
              <a:cs typeface="Montserrat"/>
              <a:sym typeface="Montserrat"/>
            </a:endParaRPr>
          </a:p>
          <a:p>
            <a:pPr indent="0" lvl="0" marL="0" rtl="0" algn="ctr">
              <a:lnSpc>
                <a:spcPct val="100000"/>
              </a:lnSpc>
              <a:spcBef>
                <a:spcPts val="0"/>
              </a:spcBef>
              <a:spcAft>
                <a:spcPts val="0"/>
              </a:spcAft>
              <a:buSzPts val="4500"/>
              <a:buNone/>
            </a:pPr>
            <a:r>
              <a:rPr lang="it" sz="2688">
                <a:latin typeface="Montserrat"/>
                <a:ea typeface="Montserrat"/>
                <a:cs typeface="Montserrat"/>
                <a:sym typeface="Montserrat"/>
              </a:rPr>
              <a:t>toxicity counterfactual explainability</a:t>
            </a:r>
            <a:r>
              <a:rPr lang="it" sz="4300">
                <a:latin typeface="Maven Pro"/>
                <a:ea typeface="Maven Pro"/>
                <a:cs typeface="Maven Pro"/>
                <a:sym typeface="Maven Pro"/>
              </a:rPr>
              <a:t> </a:t>
            </a:r>
            <a:endParaRPr sz="4300">
              <a:latin typeface="Maven Pro"/>
              <a:ea typeface="Maven Pro"/>
              <a:cs typeface="Maven Pro"/>
              <a:sym typeface="Maven Pro"/>
            </a:endParaRPr>
          </a:p>
        </p:txBody>
      </p:sp>
      <p:pic>
        <p:nvPicPr>
          <p:cNvPr id="387" name="Google Shape;387;p49" title="white_symbol.png"/>
          <p:cNvPicPr preferRelativeResize="0"/>
          <p:nvPr/>
        </p:nvPicPr>
        <p:blipFill rotWithShape="1">
          <a:blip r:embed="rId3">
            <a:alphaModFix/>
          </a:blip>
          <a:srcRect b="0" l="0" r="0" t="0"/>
          <a:stretch/>
        </p:blipFill>
        <p:spPr>
          <a:xfrm>
            <a:off x="7841638" y="3823175"/>
            <a:ext cx="1140174" cy="1058375"/>
          </a:xfrm>
          <a:prstGeom prst="rect">
            <a:avLst/>
          </a:prstGeom>
          <a:noFill/>
          <a:ln>
            <a:noFill/>
          </a:ln>
        </p:spPr>
      </p:pic>
      <p:sp>
        <p:nvSpPr>
          <p:cNvPr id="388" name="Google Shape;388;p49"/>
          <p:cNvSpPr txBox="1"/>
          <p:nvPr>
            <p:ph idx="1" type="subTitle"/>
          </p:nvPr>
        </p:nvSpPr>
        <p:spPr>
          <a:xfrm>
            <a:off x="3439275" y="2732426"/>
            <a:ext cx="2412000" cy="59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it" sz="1400"/>
              <a:t>Lorenzo Benucci - 2219690 </a:t>
            </a:r>
            <a:endParaRPr sz="1400"/>
          </a:p>
          <a:p>
            <a:pPr indent="0" lvl="0" marL="0" rtl="0" algn="ctr">
              <a:spcBef>
                <a:spcPts val="0"/>
              </a:spcBef>
              <a:spcAft>
                <a:spcPts val="0"/>
              </a:spcAft>
              <a:buNone/>
            </a:pPr>
            <a:r>
              <a:rPr lang="it" sz="1400"/>
              <a:t>Emilio Leo - 1966813</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50"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grpSp>
        <p:nvGrpSpPr>
          <p:cNvPr id="394" name="Google Shape;394;p50"/>
          <p:cNvGrpSpPr/>
          <p:nvPr/>
        </p:nvGrpSpPr>
        <p:grpSpPr>
          <a:xfrm>
            <a:off x="283263" y="2067464"/>
            <a:ext cx="1292250" cy="1292275"/>
            <a:chOff x="350763" y="2067464"/>
            <a:chExt cx="1292250" cy="1292275"/>
          </a:xfrm>
        </p:grpSpPr>
        <p:pic>
          <p:nvPicPr>
            <p:cNvPr id="395" name="Google Shape;395;p50"/>
            <p:cNvPicPr preferRelativeResize="0"/>
            <p:nvPr/>
          </p:nvPicPr>
          <p:blipFill rotWithShape="1">
            <a:blip r:embed="rId4">
              <a:alphaModFix/>
            </a:blip>
            <a:srcRect b="0" l="0" r="0" t="0"/>
            <a:stretch/>
          </p:blipFill>
          <p:spPr>
            <a:xfrm>
              <a:off x="350763" y="2067464"/>
              <a:ext cx="1292250" cy="1292275"/>
            </a:xfrm>
            <a:prstGeom prst="rect">
              <a:avLst/>
            </a:prstGeom>
            <a:noFill/>
            <a:ln>
              <a:noFill/>
            </a:ln>
          </p:spPr>
        </p:pic>
        <p:sp>
          <p:nvSpPr>
            <p:cNvPr id="396" name="Google Shape;396;p50"/>
            <p:cNvSpPr txBox="1"/>
            <p:nvPr/>
          </p:nvSpPr>
          <p:spPr>
            <a:xfrm>
              <a:off x="461400" y="2396800"/>
              <a:ext cx="10683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600">
                  <a:solidFill>
                    <a:schemeClr val="lt1"/>
                  </a:solidFill>
                  <a:latin typeface="Maven Pro"/>
                  <a:ea typeface="Maven Pro"/>
                  <a:cs typeface="Maven Pro"/>
                  <a:sym typeface="Maven Pro"/>
                </a:rPr>
                <a:t>TOX21</a:t>
              </a:r>
              <a:endParaRPr b="1" sz="1600">
                <a:solidFill>
                  <a:schemeClr val="lt1"/>
                </a:solidFill>
                <a:latin typeface="Maven Pro"/>
                <a:ea typeface="Maven Pro"/>
                <a:cs typeface="Maven Pro"/>
                <a:sym typeface="Maven Pro"/>
              </a:endParaRPr>
            </a:p>
            <a:p>
              <a:pPr indent="0" lvl="0" marL="0" rtl="0" algn="ctr">
                <a:spcBef>
                  <a:spcPts val="0"/>
                </a:spcBef>
                <a:spcAft>
                  <a:spcPts val="0"/>
                </a:spcAft>
                <a:buNone/>
              </a:pPr>
              <a:r>
                <a:rPr b="1" lang="it" sz="1600">
                  <a:solidFill>
                    <a:schemeClr val="lt1"/>
                  </a:solidFill>
                  <a:latin typeface="Maven Pro"/>
                  <a:ea typeface="Maven Pro"/>
                  <a:cs typeface="Maven Pro"/>
                  <a:sym typeface="Maven Pro"/>
                </a:rPr>
                <a:t>EDA</a:t>
              </a:r>
              <a:endParaRPr b="1" sz="1600">
                <a:solidFill>
                  <a:schemeClr val="lt1"/>
                </a:solidFill>
                <a:latin typeface="Maven Pro"/>
                <a:ea typeface="Maven Pro"/>
                <a:cs typeface="Maven Pro"/>
                <a:sym typeface="Maven Pro"/>
              </a:endParaRPr>
            </a:p>
          </p:txBody>
        </p:sp>
      </p:grpSp>
      <p:grpSp>
        <p:nvGrpSpPr>
          <p:cNvPr id="397" name="Google Shape;397;p50"/>
          <p:cNvGrpSpPr/>
          <p:nvPr/>
        </p:nvGrpSpPr>
        <p:grpSpPr>
          <a:xfrm>
            <a:off x="2514400" y="1628548"/>
            <a:ext cx="1731098" cy="1731131"/>
            <a:chOff x="2604438" y="2067477"/>
            <a:chExt cx="1292250" cy="1292275"/>
          </a:xfrm>
        </p:grpSpPr>
        <p:pic>
          <p:nvPicPr>
            <p:cNvPr id="398" name="Google Shape;398;p50"/>
            <p:cNvPicPr preferRelativeResize="0"/>
            <p:nvPr/>
          </p:nvPicPr>
          <p:blipFill rotWithShape="1">
            <a:blip r:embed="rId4">
              <a:alphaModFix/>
            </a:blip>
            <a:srcRect b="0" l="0" r="0" t="0"/>
            <a:stretch/>
          </p:blipFill>
          <p:spPr>
            <a:xfrm>
              <a:off x="2604438" y="2067477"/>
              <a:ext cx="1292250" cy="1292275"/>
            </a:xfrm>
            <a:prstGeom prst="rect">
              <a:avLst/>
            </a:prstGeom>
            <a:noFill/>
            <a:ln>
              <a:noFill/>
            </a:ln>
          </p:spPr>
        </p:pic>
        <p:sp>
          <p:nvSpPr>
            <p:cNvPr id="399" name="Google Shape;399;p50"/>
            <p:cNvSpPr txBox="1"/>
            <p:nvPr/>
          </p:nvSpPr>
          <p:spPr>
            <a:xfrm>
              <a:off x="2725350" y="2263825"/>
              <a:ext cx="1031700" cy="831900"/>
            </a:xfrm>
            <a:prstGeom prst="rect">
              <a:avLst/>
            </a:prstGeom>
            <a:noFill/>
            <a:ln>
              <a:noFill/>
            </a:ln>
          </p:spPr>
          <p:txBody>
            <a:bodyPr anchorCtr="0" anchor="ctr" bIns="122475" lIns="122475" spcFirstLastPara="1" rIns="122475" wrap="square" tIns="122475">
              <a:noAutofit/>
            </a:bodyPr>
            <a:lstStyle/>
            <a:p>
              <a:pPr indent="0" lvl="0" marL="0" rtl="0" algn="ctr">
                <a:spcBef>
                  <a:spcPts val="0"/>
                </a:spcBef>
                <a:spcAft>
                  <a:spcPts val="0"/>
                </a:spcAft>
                <a:buNone/>
              </a:pPr>
              <a:r>
                <a:rPr b="1" lang="it" sz="2143">
                  <a:solidFill>
                    <a:schemeClr val="lt1"/>
                  </a:solidFill>
                  <a:latin typeface="Maven Pro"/>
                  <a:ea typeface="Maven Pro"/>
                  <a:cs typeface="Maven Pro"/>
                  <a:sym typeface="Maven Pro"/>
                </a:rPr>
                <a:t>D</a:t>
              </a:r>
              <a:r>
                <a:rPr lang="it" sz="2143">
                  <a:solidFill>
                    <a:schemeClr val="lt1"/>
                  </a:solidFill>
                  <a:latin typeface="Maven Pro"/>
                  <a:ea typeface="Maven Pro"/>
                  <a:cs typeface="Maven Pro"/>
                  <a:sym typeface="Maven Pro"/>
                </a:rPr>
                <a:t>eep</a:t>
              </a:r>
              <a:r>
                <a:rPr b="1" lang="it" sz="2143">
                  <a:solidFill>
                    <a:schemeClr val="lt1"/>
                  </a:solidFill>
                  <a:latin typeface="Maven Pro"/>
                  <a:ea typeface="Maven Pro"/>
                  <a:cs typeface="Maven Pro"/>
                  <a:sym typeface="Maven Pro"/>
                </a:rPr>
                <a:t> G</a:t>
              </a:r>
              <a:r>
                <a:rPr lang="it" sz="2143">
                  <a:solidFill>
                    <a:schemeClr val="lt1"/>
                  </a:solidFill>
                  <a:latin typeface="Maven Pro"/>
                  <a:ea typeface="Maven Pro"/>
                  <a:cs typeface="Maven Pro"/>
                  <a:sym typeface="Maven Pro"/>
                </a:rPr>
                <a:t>raph </a:t>
              </a:r>
              <a:r>
                <a:rPr b="1" lang="it" sz="2143">
                  <a:solidFill>
                    <a:schemeClr val="lt1"/>
                  </a:solidFill>
                  <a:latin typeface="Maven Pro"/>
                  <a:ea typeface="Maven Pro"/>
                  <a:cs typeface="Maven Pro"/>
                  <a:sym typeface="Maven Pro"/>
                </a:rPr>
                <a:t>N</a:t>
              </a:r>
              <a:r>
                <a:rPr lang="it" sz="2143">
                  <a:solidFill>
                    <a:schemeClr val="lt1"/>
                  </a:solidFill>
                  <a:latin typeface="Maven Pro"/>
                  <a:ea typeface="Maven Pro"/>
                  <a:cs typeface="Maven Pro"/>
                  <a:sym typeface="Maven Pro"/>
                </a:rPr>
                <a:t>etwork</a:t>
              </a:r>
              <a:endParaRPr sz="2143">
                <a:solidFill>
                  <a:schemeClr val="lt1"/>
                </a:solidFill>
                <a:latin typeface="Maven Pro"/>
                <a:ea typeface="Maven Pro"/>
                <a:cs typeface="Maven Pro"/>
                <a:sym typeface="Maven Pro"/>
              </a:endParaRPr>
            </a:p>
          </p:txBody>
        </p:sp>
      </p:grpSp>
      <p:grpSp>
        <p:nvGrpSpPr>
          <p:cNvPr id="400" name="Google Shape;400;p50"/>
          <p:cNvGrpSpPr/>
          <p:nvPr/>
        </p:nvGrpSpPr>
        <p:grpSpPr>
          <a:xfrm>
            <a:off x="4781447" y="1628642"/>
            <a:ext cx="1731098" cy="1731131"/>
            <a:chOff x="5310288" y="2067489"/>
            <a:chExt cx="1292250" cy="1292275"/>
          </a:xfrm>
        </p:grpSpPr>
        <p:pic>
          <p:nvPicPr>
            <p:cNvPr id="401" name="Google Shape;401;p50"/>
            <p:cNvPicPr preferRelativeResize="0"/>
            <p:nvPr/>
          </p:nvPicPr>
          <p:blipFill rotWithShape="1">
            <a:blip r:embed="rId4">
              <a:alphaModFix/>
            </a:blip>
            <a:srcRect b="0" l="0" r="0" t="0"/>
            <a:stretch/>
          </p:blipFill>
          <p:spPr>
            <a:xfrm>
              <a:off x="5310288" y="2067489"/>
              <a:ext cx="1292250" cy="1292275"/>
            </a:xfrm>
            <a:prstGeom prst="rect">
              <a:avLst/>
            </a:prstGeom>
            <a:noFill/>
            <a:ln>
              <a:noFill/>
            </a:ln>
          </p:spPr>
        </p:pic>
        <p:sp>
          <p:nvSpPr>
            <p:cNvPr id="402" name="Google Shape;402;p50"/>
            <p:cNvSpPr txBox="1"/>
            <p:nvPr/>
          </p:nvSpPr>
          <p:spPr>
            <a:xfrm>
              <a:off x="5460000" y="2346975"/>
              <a:ext cx="1068300" cy="748800"/>
            </a:xfrm>
            <a:prstGeom prst="rect">
              <a:avLst/>
            </a:prstGeom>
            <a:noFill/>
            <a:ln>
              <a:noFill/>
            </a:ln>
          </p:spPr>
          <p:txBody>
            <a:bodyPr anchorCtr="0" anchor="ctr" bIns="122475" lIns="122475" spcFirstLastPara="1" rIns="122475" wrap="square" tIns="122475">
              <a:noAutofit/>
            </a:bodyPr>
            <a:lstStyle/>
            <a:p>
              <a:pPr indent="0" lvl="0" marL="0" rtl="0" algn="ctr">
                <a:spcBef>
                  <a:spcPts val="0"/>
                </a:spcBef>
                <a:spcAft>
                  <a:spcPts val="0"/>
                </a:spcAft>
                <a:buNone/>
              </a:pPr>
              <a:r>
                <a:rPr b="1" lang="it" sz="2411">
                  <a:solidFill>
                    <a:schemeClr val="lt1"/>
                  </a:solidFill>
                  <a:latin typeface="Maven Pro"/>
                  <a:ea typeface="Maven Pro"/>
                  <a:cs typeface="Maven Pro"/>
                  <a:sym typeface="Maven Pro"/>
                </a:rPr>
                <a:t>D</a:t>
              </a:r>
              <a:r>
                <a:rPr lang="it" sz="2411">
                  <a:solidFill>
                    <a:schemeClr val="lt1"/>
                  </a:solidFill>
                  <a:latin typeface="Maven Pro"/>
                  <a:ea typeface="Maven Pro"/>
                  <a:cs typeface="Maven Pro"/>
                  <a:sym typeface="Maven Pro"/>
                </a:rPr>
                <a:t>ouble</a:t>
              </a:r>
              <a:endParaRPr sz="2411">
                <a:solidFill>
                  <a:schemeClr val="lt1"/>
                </a:solidFill>
                <a:latin typeface="Maven Pro"/>
                <a:ea typeface="Maven Pro"/>
                <a:cs typeface="Maven Pro"/>
                <a:sym typeface="Maven Pro"/>
              </a:endParaRPr>
            </a:p>
            <a:p>
              <a:pPr indent="0" lvl="0" marL="0" rtl="0" algn="ctr">
                <a:spcBef>
                  <a:spcPts val="0"/>
                </a:spcBef>
                <a:spcAft>
                  <a:spcPts val="0"/>
                </a:spcAft>
                <a:buNone/>
              </a:pPr>
              <a:r>
                <a:rPr b="1" lang="it" sz="2411">
                  <a:solidFill>
                    <a:schemeClr val="lt1"/>
                  </a:solidFill>
                  <a:latin typeface="Maven Pro"/>
                  <a:ea typeface="Maven Pro"/>
                  <a:cs typeface="Maven Pro"/>
                  <a:sym typeface="Maven Pro"/>
                </a:rPr>
                <a:t>D</a:t>
              </a:r>
              <a:r>
                <a:rPr lang="it" sz="2411">
                  <a:solidFill>
                    <a:schemeClr val="lt1"/>
                  </a:solidFill>
                  <a:latin typeface="Maven Pro"/>
                  <a:ea typeface="Maven Pro"/>
                  <a:cs typeface="Maven Pro"/>
                  <a:sym typeface="Maven Pro"/>
                </a:rPr>
                <a:t>eep</a:t>
              </a:r>
              <a:endParaRPr sz="2411">
                <a:solidFill>
                  <a:schemeClr val="lt1"/>
                </a:solidFill>
                <a:latin typeface="Maven Pro"/>
                <a:ea typeface="Maven Pro"/>
                <a:cs typeface="Maven Pro"/>
                <a:sym typeface="Maven Pro"/>
              </a:endParaRPr>
            </a:p>
            <a:p>
              <a:pPr indent="0" lvl="0" marL="0" rtl="0" algn="ctr">
                <a:spcBef>
                  <a:spcPts val="0"/>
                </a:spcBef>
                <a:spcAft>
                  <a:spcPts val="0"/>
                </a:spcAft>
                <a:buNone/>
              </a:pPr>
              <a:r>
                <a:rPr b="1" lang="it" sz="2411">
                  <a:solidFill>
                    <a:schemeClr val="lt1"/>
                  </a:solidFill>
                  <a:latin typeface="Maven Pro"/>
                  <a:ea typeface="Maven Pro"/>
                  <a:cs typeface="Maven Pro"/>
                  <a:sym typeface="Maven Pro"/>
                </a:rPr>
                <a:t>Q</a:t>
              </a:r>
              <a:r>
                <a:rPr lang="it" sz="2411">
                  <a:solidFill>
                    <a:schemeClr val="lt1"/>
                  </a:solidFill>
                  <a:latin typeface="Maven Pro"/>
                  <a:ea typeface="Maven Pro"/>
                  <a:cs typeface="Maven Pro"/>
                  <a:sym typeface="Maven Pro"/>
                </a:rPr>
                <a:t>-net</a:t>
              </a:r>
              <a:endParaRPr sz="2411">
                <a:solidFill>
                  <a:schemeClr val="lt1"/>
                </a:solidFill>
                <a:latin typeface="Maven Pro"/>
                <a:ea typeface="Maven Pro"/>
                <a:cs typeface="Maven Pro"/>
                <a:sym typeface="Maven Pro"/>
              </a:endParaRPr>
            </a:p>
          </p:txBody>
        </p:sp>
      </p:grpSp>
      <p:cxnSp>
        <p:nvCxnSpPr>
          <p:cNvPr id="403" name="Google Shape;403;p50"/>
          <p:cNvCxnSpPr>
            <a:stCxn id="395" idx="3"/>
            <a:endCxn id="398" idx="1"/>
          </p:cNvCxnSpPr>
          <p:nvPr/>
        </p:nvCxnSpPr>
        <p:spPr>
          <a:xfrm flipH="1" rot="10800000">
            <a:off x="1575514" y="2494002"/>
            <a:ext cx="939000" cy="219600"/>
          </a:xfrm>
          <a:prstGeom prst="straightConnector1">
            <a:avLst/>
          </a:prstGeom>
          <a:noFill/>
          <a:ln cap="flat" cmpd="sng" w="28575">
            <a:solidFill>
              <a:schemeClr val="lt1"/>
            </a:solidFill>
            <a:prstDash val="solid"/>
            <a:round/>
            <a:headEnd len="med" w="med" type="none"/>
            <a:tailEnd len="med" w="med" type="triangle"/>
          </a:ln>
        </p:spPr>
      </p:cxnSp>
      <p:pic>
        <p:nvPicPr>
          <p:cNvPr id="404" name="Google Shape;404;p50"/>
          <p:cNvPicPr preferRelativeResize="0"/>
          <p:nvPr/>
        </p:nvPicPr>
        <p:blipFill rotWithShape="1">
          <a:blip r:embed="rId4">
            <a:alphaModFix/>
          </a:blip>
          <a:srcRect b="0" l="0" r="0" t="0"/>
          <a:stretch/>
        </p:blipFill>
        <p:spPr>
          <a:xfrm>
            <a:off x="7542906" y="2067452"/>
            <a:ext cx="1292250" cy="1292275"/>
          </a:xfrm>
          <a:prstGeom prst="rect">
            <a:avLst/>
          </a:prstGeom>
          <a:noFill/>
          <a:ln>
            <a:noFill/>
          </a:ln>
        </p:spPr>
      </p:pic>
      <p:sp>
        <p:nvSpPr>
          <p:cNvPr id="405" name="Google Shape;405;p50"/>
          <p:cNvSpPr txBox="1"/>
          <p:nvPr/>
        </p:nvSpPr>
        <p:spPr>
          <a:xfrm>
            <a:off x="7577116" y="2472925"/>
            <a:ext cx="1197600" cy="50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800">
                <a:solidFill>
                  <a:schemeClr val="lt1"/>
                </a:solidFill>
                <a:latin typeface="Maven Pro"/>
                <a:ea typeface="Maven Pro"/>
                <a:cs typeface="Maven Pro"/>
                <a:sym typeface="Maven Pro"/>
              </a:rPr>
              <a:t>RESULTS</a:t>
            </a:r>
            <a:endParaRPr b="1" sz="1800">
              <a:solidFill>
                <a:schemeClr val="lt1"/>
              </a:solidFill>
              <a:latin typeface="Maven Pro"/>
              <a:ea typeface="Maven Pro"/>
              <a:cs typeface="Maven Pro"/>
              <a:sym typeface="Maven Pro"/>
            </a:endParaRPr>
          </a:p>
        </p:txBody>
      </p:sp>
      <p:cxnSp>
        <p:nvCxnSpPr>
          <p:cNvPr id="406" name="Google Shape;406;p50"/>
          <p:cNvCxnSpPr>
            <a:stCxn id="398" idx="0"/>
            <a:endCxn id="401" idx="0"/>
          </p:cNvCxnSpPr>
          <p:nvPr/>
        </p:nvCxnSpPr>
        <p:spPr>
          <a:xfrm flipH="1" rot="-5400000">
            <a:off x="4513199" y="495298"/>
            <a:ext cx="600" cy="2267100"/>
          </a:xfrm>
          <a:prstGeom prst="curvedConnector3">
            <a:avLst>
              <a:gd fmla="val -39687500" name="adj1"/>
            </a:avLst>
          </a:prstGeom>
          <a:noFill/>
          <a:ln cap="flat" cmpd="sng" w="28575">
            <a:solidFill>
              <a:schemeClr val="lt1"/>
            </a:solidFill>
            <a:prstDash val="solid"/>
            <a:round/>
            <a:headEnd len="med" w="med" type="none"/>
            <a:tailEnd len="med" w="med" type="stealth"/>
          </a:ln>
        </p:spPr>
      </p:cxnSp>
      <p:cxnSp>
        <p:nvCxnSpPr>
          <p:cNvPr id="407" name="Google Shape;407;p50"/>
          <p:cNvCxnSpPr>
            <a:stCxn id="401" idx="2"/>
            <a:endCxn id="398" idx="2"/>
          </p:cNvCxnSpPr>
          <p:nvPr/>
        </p:nvCxnSpPr>
        <p:spPr>
          <a:xfrm rot="5400000">
            <a:off x="4513146" y="2226523"/>
            <a:ext cx="600" cy="2267100"/>
          </a:xfrm>
          <a:prstGeom prst="curvedConnector3">
            <a:avLst>
              <a:gd fmla="val 39687500" name="adj1"/>
            </a:avLst>
          </a:prstGeom>
          <a:noFill/>
          <a:ln cap="flat" cmpd="sng" w="28575">
            <a:solidFill>
              <a:schemeClr val="lt1"/>
            </a:solidFill>
            <a:prstDash val="solid"/>
            <a:round/>
            <a:headEnd len="med" w="med" type="none"/>
            <a:tailEnd len="med" w="med" type="stealth"/>
          </a:ln>
        </p:spPr>
      </p:cxnSp>
      <p:cxnSp>
        <p:nvCxnSpPr>
          <p:cNvPr id="408" name="Google Shape;408;p50"/>
          <p:cNvCxnSpPr>
            <a:stCxn id="404" idx="1"/>
            <a:endCxn id="401" idx="3"/>
          </p:cNvCxnSpPr>
          <p:nvPr/>
        </p:nvCxnSpPr>
        <p:spPr>
          <a:xfrm rot="10800000">
            <a:off x="6512406" y="2494289"/>
            <a:ext cx="1030500" cy="219300"/>
          </a:xfrm>
          <a:prstGeom prst="straightConnector1">
            <a:avLst/>
          </a:prstGeom>
          <a:noFill/>
          <a:ln cap="flat" cmpd="sng" w="28575">
            <a:solidFill>
              <a:schemeClr val="lt1"/>
            </a:solidFill>
            <a:prstDash val="solid"/>
            <a:round/>
            <a:headEnd len="med" w="med" type="stealth"/>
            <a:tailEnd len="med" w="med" type="none"/>
          </a:ln>
        </p:spPr>
      </p:cxnSp>
      <p:sp>
        <p:nvSpPr>
          <p:cNvPr id="409" name="Google Shape;409;p50"/>
          <p:cNvSpPr txBox="1"/>
          <p:nvPr>
            <p:ph type="title"/>
          </p:nvPr>
        </p:nvSpPr>
        <p:spPr>
          <a:xfrm>
            <a:off x="1297500" y="393750"/>
            <a:ext cx="25425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latin typeface="Montserrat"/>
                <a:ea typeface="Montserrat"/>
                <a:cs typeface="Montserrat"/>
                <a:sym typeface="Montserrat"/>
              </a:rPr>
              <a:t>Our Pipeline</a:t>
            </a:r>
            <a:endParaRPr>
              <a:latin typeface="Montserrat"/>
              <a:ea typeface="Montserrat"/>
              <a:cs typeface="Montserrat"/>
              <a:sym typeface="Montserrat"/>
            </a:endParaRPr>
          </a:p>
        </p:txBody>
      </p:sp>
      <p:sp>
        <p:nvSpPr>
          <p:cNvPr id="410" name="Google Shape;410;p50"/>
          <p:cNvSpPr txBox="1"/>
          <p:nvPr/>
        </p:nvSpPr>
        <p:spPr>
          <a:xfrm>
            <a:off x="2139625" y="4311325"/>
            <a:ext cx="4842600" cy="6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lt1"/>
                </a:solidFill>
                <a:latin typeface="Maven Pro"/>
                <a:ea typeface="Maven Pro"/>
                <a:cs typeface="Maven Pro"/>
                <a:sym typeface="Maven Pro"/>
              </a:rPr>
              <a:t>GOAL: flipping toxicity, maximizing similarity</a:t>
            </a:r>
            <a:endParaRPr sz="1800">
              <a:solidFill>
                <a:schemeClr val="lt1"/>
              </a:solidFill>
              <a:latin typeface="Maven Pro"/>
              <a:ea typeface="Maven Pro"/>
              <a:cs typeface="Maven Pro"/>
              <a:sym typeface="Maven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id="415" name="Google Shape;415;p51"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sp>
        <p:nvSpPr>
          <p:cNvPr id="416" name="Google Shape;416;p51"/>
          <p:cNvSpPr/>
          <p:nvPr/>
        </p:nvSpPr>
        <p:spPr>
          <a:xfrm>
            <a:off x="661725" y="2728725"/>
            <a:ext cx="812700" cy="492600"/>
          </a:xfrm>
          <a:prstGeom prst="roundRect">
            <a:avLst>
              <a:gd fmla="val 16667" name="adj"/>
            </a:avLst>
          </a:prstGeom>
          <a:solidFill>
            <a:schemeClr val="accent1"/>
          </a:solidFill>
          <a:ln cap="flat" cmpd="sng" w="9525">
            <a:solidFill>
              <a:schemeClr val="lt1"/>
            </a:solidFill>
            <a:prstDash val="solid"/>
            <a:round/>
            <a:headEnd len="sm" w="sm" type="none"/>
            <a:tailEnd len="sm" w="sm" type="none"/>
          </a:ln>
        </p:spPr>
        <p:txBody>
          <a:bodyPr anchorCtr="0" anchor="ctr" bIns="73325" lIns="73325" spcFirstLastPara="1" rIns="73325" wrap="square" tIns="73325">
            <a:noAutofit/>
          </a:bodyPr>
          <a:lstStyle/>
          <a:p>
            <a:pPr indent="0" lvl="0" marL="0" rtl="0" algn="ctr">
              <a:spcBef>
                <a:spcPts val="0"/>
              </a:spcBef>
              <a:spcAft>
                <a:spcPts val="0"/>
              </a:spcAft>
              <a:buNone/>
            </a:pPr>
            <a:r>
              <a:rPr b="1" lang="it" sz="1282">
                <a:solidFill>
                  <a:srgbClr val="FFFFFF"/>
                </a:solidFill>
                <a:latin typeface="Montserrat"/>
                <a:ea typeface="Montserrat"/>
                <a:cs typeface="Montserrat"/>
                <a:sym typeface="Montserrat"/>
              </a:rPr>
              <a:t>TOX21</a:t>
            </a:r>
            <a:endParaRPr b="1" sz="1282">
              <a:solidFill>
                <a:srgbClr val="FFFFFF"/>
              </a:solidFill>
              <a:latin typeface="Montserrat"/>
              <a:ea typeface="Montserrat"/>
              <a:cs typeface="Montserrat"/>
              <a:sym typeface="Montserrat"/>
            </a:endParaRPr>
          </a:p>
        </p:txBody>
      </p:sp>
      <p:grpSp>
        <p:nvGrpSpPr>
          <p:cNvPr id="417" name="Google Shape;417;p51"/>
          <p:cNvGrpSpPr/>
          <p:nvPr/>
        </p:nvGrpSpPr>
        <p:grpSpPr>
          <a:xfrm>
            <a:off x="1068075" y="3116300"/>
            <a:ext cx="3161577" cy="1148125"/>
            <a:chOff x="1068075" y="3116300"/>
            <a:chExt cx="3161577" cy="1148125"/>
          </a:xfrm>
        </p:grpSpPr>
        <p:cxnSp>
          <p:nvCxnSpPr>
            <p:cNvPr id="418" name="Google Shape;418;p51"/>
            <p:cNvCxnSpPr>
              <a:stCxn id="416" idx="2"/>
              <a:endCxn id="419" idx="1"/>
            </p:cNvCxnSpPr>
            <p:nvPr/>
          </p:nvCxnSpPr>
          <p:spPr>
            <a:xfrm flipH="1" rot="-5400000">
              <a:off x="1013925" y="3275475"/>
              <a:ext cx="514500" cy="406200"/>
            </a:xfrm>
            <a:prstGeom prst="bentConnector2">
              <a:avLst/>
            </a:prstGeom>
            <a:noFill/>
            <a:ln cap="flat" cmpd="sng" w="9525">
              <a:solidFill>
                <a:srgbClr val="C2C2C2"/>
              </a:solidFill>
              <a:prstDash val="solid"/>
              <a:round/>
              <a:headEnd len="sm" w="sm" type="none"/>
              <a:tailEnd len="sm" w="sm" type="none"/>
            </a:ln>
          </p:spPr>
        </p:cxnSp>
        <p:sp>
          <p:nvSpPr>
            <p:cNvPr id="419" name="Google Shape;419;p51"/>
            <p:cNvSpPr/>
            <p:nvPr/>
          </p:nvSpPr>
          <p:spPr>
            <a:xfrm>
              <a:off x="1474300" y="3494150"/>
              <a:ext cx="1014300" cy="483300"/>
            </a:xfrm>
            <a:prstGeom prst="roundRect">
              <a:avLst>
                <a:gd fmla="val 16667" name="adj"/>
              </a:avLst>
            </a:prstGeom>
            <a:solidFill>
              <a:schemeClr val="dk2"/>
            </a:solidFill>
            <a:ln cap="flat" cmpd="sng" w="9525">
              <a:solidFill>
                <a:schemeClr val="lt1"/>
              </a:solidFill>
              <a:prstDash val="solid"/>
              <a:round/>
              <a:headEnd len="sm" w="sm" type="none"/>
              <a:tailEnd len="sm" w="sm" type="none"/>
            </a:ln>
          </p:spPr>
          <p:txBody>
            <a:bodyPr anchorCtr="0" anchor="ctr" bIns="73325" lIns="73325" spcFirstLastPara="1" rIns="73325" wrap="square" tIns="73325">
              <a:noAutofit/>
            </a:bodyPr>
            <a:lstStyle/>
            <a:p>
              <a:pPr indent="0" lvl="0" marL="0" rtl="0" algn="ctr">
                <a:spcBef>
                  <a:spcPts val="0"/>
                </a:spcBef>
                <a:spcAft>
                  <a:spcPts val="0"/>
                </a:spcAft>
                <a:buNone/>
              </a:pPr>
              <a:r>
                <a:rPr b="1" lang="it" sz="1182">
                  <a:solidFill>
                    <a:srgbClr val="FFFFFF"/>
                  </a:solidFill>
                  <a:latin typeface="Montserrat"/>
                  <a:ea typeface="Montserrat"/>
                  <a:cs typeface="Montserrat"/>
                  <a:sym typeface="Montserrat"/>
                </a:rPr>
                <a:t>Molecule Struct</a:t>
              </a:r>
              <a:r>
                <a:rPr b="1" lang="it" sz="1182">
                  <a:solidFill>
                    <a:srgbClr val="FFFFFF"/>
                  </a:solidFill>
                  <a:latin typeface="Roboto"/>
                  <a:ea typeface="Roboto"/>
                  <a:cs typeface="Roboto"/>
                  <a:sym typeface="Roboto"/>
                </a:rPr>
                <a:t>ure</a:t>
              </a:r>
              <a:endParaRPr b="1" sz="1182">
                <a:solidFill>
                  <a:srgbClr val="FFFFFF"/>
                </a:solidFill>
                <a:latin typeface="Roboto"/>
                <a:ea typeface="Roboto"/>
                <a:cs typeface="Roboto"/>
                <a:sym typeface="Roboto"/>
              </a:endParaRPr>
            </a:p>
          </p:txBody>
        </p:sp>
        <p:sp>
          <p:nvSpPr>
            <p:cNvPr id="420" name="Google Shape;420;p51"/>
            <p:cNvSpPr/>
            <p:nvPr/>
          </p:nvSpPr>
          <p:spPr>
            <a:xfrm>
              <a:off x="3033251" y="3116300"/>
              <a:ext cx="1196400" cy="421200"/>
            </a:xfrm>
            <a:prstGeom prst="roundRect">
              <a:avLst>
                <a:gd fmla="val 16667" name="adj"/>
              </a:avLst>
            </a:prstGeom>
            <a:solidFill>
              <a:srgbClr val="6AA84F"/>
            </a:solidFill>
            <a:ln cap="flat" cmpd="sng" w="9525">
              <a:solidFill>
                <a:schemeClr val="lt1"/>
              </a:solidFill>
              <a:prstDash val="solid"/>
              <a:round/>
              <a:headEnd len="sm" w="sm" type="none"/>
              <a:tailEnd len="sm" w="sm" type="none"/>
            </a:ln>
          </p:spPr>
          <p:txBody>
            <a:bodyPr anchorCtr="0" anchor="ctr" bIns="73325" lIns="73325" spcFirstLastPara="1" rIns="73325" wrap="square" tIns="73325">
              <a:noAutofit/>
            </a:bodyPr>
            <a:lstStyle/>
            <a:p>
              <a:pPr indent="0" lvl="0" marL="0" rtl="0" algn="ctr">
                <a:spcBef>
                  <a:spcPts val="0"/>
                </a:spcBef>
                <a:spcAft>
                  <a:spcPts val="0"/>
                </a:spcAft>
                <a:buNone/>
              </a:pPr>
              <a:r>
                <a:rPr b="1" lang="it" sz="882">
                  <a:solidFill>
                    <a:srgbClr val="FFFFFF"/>
                  </a:solidFill>
                  <a:latin typeface="Roboto"/>
                  <a:ea typeface="Roboto"/>
                  <a:cs typeface="Roboto"/>
                  <a:sym typeface="Roboto"/>
                </a:rPr>
                <a:t>Molecular Formula</a:t>
              </a:r>
              <a:endParaRPr b="1" sz="882">
                <a:solidFill>
                  <a:srgbClr val="FFFFFF"/>
                </a:solidFill>
                <a:latin typeface="Roboto"/>
                <a:ea typeface="Roboto"/>
                <a:cs typeface="Roboto"/>
                <a:sym typeface="Roboto"/>
              </a:endParaRPr>
            </a:p>
            <a:p>
              <a:pPr indent="0" lvl="0" marL="0" rtl="0" algn="ctr">
                <a:spcBef>
                  <a:spcPts val="0"/>
                </a:spcBef>
                <a:spcAft>
                  <a:spcPts val="0"/>
                </a:spcAft>
                <a:buNone/>
              </a:pPr>
              <a:r>
                <a:rPr b="1" lang="it" sz="882">
                  <a:solidFill>
                    <a:srgbClr val="FFFFFF"/>
                  </a:solidFill>
                  <a:latin typeface="Roboto"/>
                  <a:ea typeface="Roboto"/>
                  <a:cs typeface="Roboto"/>
                  <a:sym typeface="Roboto"/>
                </a:rPr>
                <a:t>[SMILE] format</a:t>
              </a:r>
              <a:endParaRPr b="1" sz="882">
                <a:solidFill>
                  <a:srgbClr val="FFFFFF"/>
                </a:solidFill>
                <a:latin typeface="Roboto"/>
                <a:ea typeface="Roboto"/>
                <a:cs typeface="Roboto"/>
                <a:sym typeface="Roboto"/>
              </a:endParaRPr>
            </a:p>
          </p:txBody>
        </p:sp>
        <p:sp>
          <p:nvSpPr>
            <p:cNvPr id="421" name="Google Shape;421;p51"/>
            <p:cNvSpPr/>
            <p:nvPr/>
          </p:nvSpPr>
          <p:spPr>
            <a:xfrm>
              <a:off x="3033252" y="3843225"/>
              <a:ext cx="1196400" cy="421200"/>
            </a:xfrm>
            <a:prstGeom prst="roundRect">
              <a:avLst>
                <a:gd fmla="val 16667" name="adj"/>
              </a:avLst>
            </a:prstGeom>
            <a:solidFill>
              <a:srgbClr val="9900FF"/>
            </a:solidFill>
            <a:ln cap="flat" cmpd="sng" w="9525">
              <a:solidFill>
                <a:schemeClr val="lt1"/>
              </a:solidFill>
              <a:prstDash val="solid"/>
              <a:round/>
              <a:headEnd len="sm" w="sm" type="none"/>
              <a:tailEnd len="sm" w="sm" type="none"/>
            </a:ln>
          </p:spPr>
          <p:txBody>
            <a:bodyPr anchorCtr="0" anchor="ctr" bIns="73325" lIns="73325" spcFirstLastPara="1" rIns="73325" wrap="square" tIns="73325">
              <a:noAutofit/>
            </a:bodyPr>
            <a:lstStyle/>
            <a:p>
              <a:pPr indent="0" lvl="0" marL="0" rtl="0" algn="ctr">
                <a:spcBef>
                  <a:spcPts val="0"/>
                </a:spcBef>
                <a:spcAft>
                  <a:spcPts val="0"/>
                </a:spcAft>
                <a:buNone/>
              </a:pPr>
              <a:r>
                <a:rPr b="1" lang="it" sz="882">
                  <a:solidFill>
                    <a:srgbClr val="FFFFFF"/>
                  </a:solidFill>
                  <a:latin typeface="Roboto"/>
                  <a:ea typeface="Roboto"/>
                  <a:cs typeface="Roboto"/>
                  <a:sym typeface="Roboto"/>
                </a:rPr>
                <a:t>Molecule ID</a:t>
              </a:r>
              <a:endParaRPr b="1" sz="882">
                <a:solidFill>
                  <a:srgbClr val="FFFFFF"/>
                </a:solidFill>
                <a:latin typeface="Roboto"/>
                <a:ea typeface="Roboto"/>
                <a:cs typeface="Roboto"/>
                <a:sym typeface="Roboto"/>
              </a:endParaRPr>
            </a:p>
          </p:txBody>
        </p:sp>
        <p:cxnSp>
          <p:nvCxnSpPr>
            <p:cNvPr id="422" name="Google Shape;422;p51"/>
            <p:cNvCxnSpPr>
              <a:stCxn id="420" idx="1"/>
              <a:endCxn id="419" idx="3"/>
            </p:cNvCxnSpPr>
            <p:nvPr/>
          </p:nvCxnSpPr>
          <p:spPr>
            <a:xfrm flipH="1">
              <a:off x="2488451" y="3326900"/>
              <a:ext cx="544800" cy="408900"/>
            </a:xfrm>
            <a:prstGeom prst="bentConnector3">
              <a:avLst>
                <a:gd fmla="val 49986" name="adj1"/>
              </a:avLst>
            </a:prstGeom>
            <a:noFill/>
            <a:ln cap="flat" cmpd="sng" w="9525">
              <a:solidFill>
                <a:srgbClr val="C2C2C2"/>
              </a:solidFill>
              <a:prstDash val="solid"/>
              <a:round/>
              <a:headEnd len="sm" w="sm" type="none"/>
              <a:tailEnd len="sm" w="sm" type="none"/>
            </a:ln>
          </p:spPr>
        </p:cxnSp>
        <p:cxnSp>
          <p:nvCxnSpPr>
            <p:cNvPr id="423" name="Google Shape;423;p51"/>
            <p:cNvCxnSpPr>
              <a:stCxn id="421" idx="1"/>
              <a:endCxn id="419" idx="3"/>
            </p:cNvCxnSpPr>
            <p:nvPr/>
          </p:nvCxnSpPr>
          <p:spPr>
            <a:xfrm rot="10800000">
              <a:off x="2488452" y="3735825"/>
              <a:ext cx="544800" cy="318000"/>
            </a:xfrm>
            <a:prstGeom prst="bentConnector3">
              <a:avLst>
                <a:gd fmla="val 49986" name="adj1"/>
              </a:avLst>
            </a:prstGeom>
            <a:noFill/>
            <a:ln cap="flat" cmpd="sng" w="9525">
              <a:solidFill>
                <a:srgbClr val="C2C2C2"/>
              </a:solidFill>
              <a:prstDash val="solid"/>
              <a:round/>
              <a:headEnd len="sm" w="sm" type="none"/>
              <a:tailEnd len="sm" w="sm" type="none"/>
            </a:ln>
          </p:spPr>
        </p:cxnSp>
      </p:grpSp>
      <p:grpSp>
        <p:nvGrpSpPr>
          <p:cNvPr id="424" name="Google Shape;424;p51"/>
          <p:cNvGrpSpPr/>
          <p:nvPr/>
        </p:nvGrpSpPr>
        <p:grpSpPr>
          <a:xfrm>
            <a:off x="1068075" y="1663350"/>
            <a:ext cx="7164249" cy="2298725"/>
            <a:chOff x="1068075" y="1663350"/>
            <a:chExt cx="7164249" cy="2298725"/>
          </a:xfrm>
        </p:grpSpPr>
        <p:grpSp>
          <p:nvGrpSpPr>
            <p:cNvPr id="425" name="Google Shape;425;p51"/>
            <p:cNvGrpSpPr/>
            <p:nvPr/>
          </p:nvGrpSpPr>
          <p:grpSpPr>
            <a:xfrm>
              <a:off x="1068075" y="1663350"/>
              <a:ext cx="3161576" cy="1148125"/>
              <a:chOff x="1068075" y="1663350"/>
              <a:chExt cx="3161576" cy="1148125"/>
            </a:xfrm>
          </p:grpSpPr>
          <p:sp>
            <p:nvSpPr>
              <p:cNvPr id="426" name="Google Shape;426;p51"/>
              <p:cNvSpPr/>
              <p:nvPr/>
            </p:nvSpPr>
            <p:spPr>
              <a:xfrm>
                <a:off x="1474300" y="2034700"/>
                <a:ext cx="1014300" cy="514500"/>
              </a:xfrm>
              <a:prstGeom prst="roundRect">
                <a:avLst>
                  <a:gd fmla="val 16667" name="adj"/>
                </a:avLst>
              </a:prstGeom>
              <a:solidFill>
                <a:schemeClr val="accent2"/>
              </a:solidFill>
              <a:ln cap="flat" cmpd="sng" w="9525">
                <a:solidFill>
                  <a:schemeClr val="lt1"/>
                </a:solidFill>
                <a:prstDash val="solid"/>
                <a:round/>
                <a:headEnd len="sm" w="sm" type="none"/>
                <a:tailEnd len="sm" w="sm" type="none"/>
              </a:ln>
            </p:spPr>
            <p:txBody>
              <a:bodyPr anchorCtr="0" anchor="ctr" bIns="73325" lIns="73325" spcFirstLastPara="1" rIns="73325" wrap="square" tIns="73325">
                <a:noAutofit/>
              </a:bodyPr>
              <a:lstStyle/>
              <a:p>
                <a:pPr indent="0" lvl="0" marL="0" rtl="0" algn="ctr">
                  <a:spcBef>
                    <a:spcPts val="0"/>
                  </a:spcBef>
                  <a:spcAft>
                    <a:spcPts val="0"/>
                  </a:spcAft>
                  <a:buNone/>
                </a:pPr>
                <a:r>
                  <a:rPr b="1" lang="it" sz="1182">
                    <a:solidFill>
                      <a:srgbClr val="FFFFFF"/>
                    </a:solidFill>
                    <a:latin typeface="Roboto"/>
                    <a:ea typeface="Roboto"/>
                    <a:cs typeface="Roboto"/>
                    <a:sym typeface="Roboto"/>
                  </a:rPr>
                  <a:t>Toxicity Test</a:t>
                </a:r>
                <a:endParaRPr b="1" sz="1182">
                  <a:solidFill>
                    <a:srgbClr val="FFFFFF"/>
                  </a:solidFill>
                  <a:latin typeface="Roboto"/>
                  <a:ea typeface="Roboto"/>
                  <a:cs typeface="Roboto"/>
                  <a:sym typeface="Roboto"/>
                </a:endParaRPr>
              </a:p>
            </p:txBody>
          </p:sp>
          <p:sp>
            <p:nvSpPr>
              <p:cNvPr id="427" name="Google Shape;427;p51"/>
              <p:cNvSpPr/>
              <p:nvPr/>
            </p:nvSpPr>
            <p:spPr>
              <a:xfrm>
                <a:off x="3033251" y="1663350"/>
                <a:ext cx="1196400" cy="421200"/>
              </a:xfrm>
              <a:prstGeom prst="roundRect">
                <a:avLst>
                  <a:gd fmla="val 16667" name="adj"/>
                </a:avLst>
              </a:prstGeom>
              <a:solidFill>
                <a:srgbClr val="3C78D8"/>
              </a:solidFill>
              <a:ln cap="flat" cmpd="sng" w="9525">
                <a:solidFill>
                  <a:schemeClr val="lt1"/>
                </a:solidFill>
                <a:prstDash val="solid"/>
                <a:round/>
                <a:headEnd len="sm" w="sm" type="none"/>
                <a:tailEnd len="sm" w="sm" type="none"/>
              </a:ln>
            </p:spPr>
            <p:txBody>
              <a:bodyPr anchorCtr="0" anchor="ctr" bIns="73325" lIns="73325" spcFirstLastPara="1" rIns="73325" wrap="square" tIns="73325">
                <a:noAutofit/>
              </a:bodyPr>
              <a:lstStyle/>
              <a:p>
                <a:pPr indent="0" lvl="0" marL="0" rtl="0" algn="ctr">
                  <a:spcBef>
                    <a:spcPts val="0"/>
                  </a:spcBef>
                  <a:spcAft>
                    <a:spcPts val="0"/>
                  </a:spcAft>
                  <a:buNone/>
                </a:pPr>
                <a:r>
                  <a:rPr b="1" lang="it" sz="882">
                    <a:solidFill>
                      <a:srgbClr val="FFFFFF"/>
                    </a:solidFill>
                    <a:latin typeface="Montserrat"/>
                    <a:ea typeface="Montserrat"/>
                    <a:cs typeface="Montserrat"/>
                    <a:sym typeface="Montserrat"/>
                  </a:rPr>
                  <a:t>Nuclear Receptors (NR)</a:t>
                </a:r>
                <a:endParaRPr b="1" sz="882">
                  <a:solidFill>
                    <a:srgbClr val="FFFFFF"/>
                  </a:solidFill>
                  <a:latin typeface="Montserrat"/>
                  <a:ea typeface="Montserrat"/>
                  <a:cs typeface="Montserrat"/>
                  <a:sym typeface="Montserrat"/>
                </a:endParaRPr>
              </a:p>
            </p:txBody>
          </p:sp>
          <p:sp>
            <p:nvSpPr>
              <p:cNvPr id="428" name="Google Shape;428;p51"/>
              <p:cNvSpPr/>
              <p:nvPr/>
            </p:nvSpPr>
            <p:spPr>
              <a:xfrm>
                <a:off x="3033251" y="2390275"/>
                <a:ext cx="1196400" cy="421200"/>
              </a:xfrm>
              <a:prstGeom prst="roundRect">
                <a:avLst>
                  <a:gd fmla="val 16667" name="adj"/>
                </a:avLst>
              </a:prstGeom>
              <a:solidFill>
                <a:srgbClr val="F24C4C"/>
              </a:solidFill>
              <a:ln cap="flat" cmpd="sng" w="9525">
                <a:solidFill>
                  <a:schemeClr val="lt1"/>
                </a:solidFill>
                <a:prstDash val="solid"/>
                <a:round/>
                <a:headEnd len="sm" w="sm" type="none"/>
                <a:tailEnd len="sm" w="sm" type="none"/>
              </a:ln>
            </p:spPr>
            <p:txBody>
              <a:bodyPr anchorCtr="0" anchor="ctr" bIns="73325" lIns="73325" spcFirstLastPara="1" rIns="73325" wrap="square" tIns="73325">
                <a:noAutofit/>
              </a:bodyPr>
              <a:lstStyle/>
              <a:p>
                <a:pPr indent="0" lvl="0" marL="0" rtl="0" algn="ctr">
                  <a:spcBef>
                    <a:spcPts val="0"/>
                  </a:spcBef>
                  <a:spcAft>
                    <a:spcPts val="0"/>
                  </a:spcAft>
                  <a:buNone/>
                </a:pPr>
                <a:r>
                  <a:rPr b="1" lang="it" sz="882">
                    <a:solidFill>
                      <a:srgbClr val="FFFFFF"/>
                    </a:solidFill>
                    <a:latin typeface="Roboto"/>
                    <a:ea typeface="Roboto"/>
                    <a:cs typeface="Roboto"/>
                    <a:sym typeface="Roboto"/>
                  </a:rPr>
                  <a:t>Stress Response (SR)</a:t>
                </a:r>
                <a:endParaRPr b="1" sz="882">
                  <a:solidFill>
                    <a:srgbClr val="FFFFFF"/>
                  </a:solidFill>
                  <a:latin typeface="Roboto"/>
                  <a:ea typeface="Roboto"/>
                  <a:cs typeface="Roboto"/>
                  <a:sym typeface="Roboto"/>
                </a:endParaRPr>
              </a:p>
            </p:txBody>
          </p:sp>
          <p:cxnSp>
            <p:nvCxnSpPr>
              <p:cNvPr id="429" name="Google Shape;429;p51"/>
              <p:cNvCxnSpPr>
                <a:stCxn id="426" idx="3"/>
                <a:endCxn id="427" idx="1"/>
              </p:cNvCxnSpPr>
              <p:nvPr/>
            </p:nvCxnSpPr>
            <p:spPr>
              <a:xfrm flipH="1" rot="10800000">
                <a:off x="2488600" y="1874050"/>
                <a:ext cx="544800" cy="417900"/>
              </a:xfrm>
              <a:prstGeom prst="bentConnector3">
                <a:avLst>
                  <a:gd fmla="val 49986" name="adj1"/>
                </a:avLst>
              </a:prstGeom>
              <a:noFill/>
              <a:ln cap="flat" cmpd="sng" w="9525">
                <a:solidFill>
                  <a:srgbClr val="C2C2C2"/>
                </a:solidFill>
                <a:prstDash val="solid"/>
                <a:round/>
                <a:headEnd len="sm" w="sm" type="none"/>
                <a:tailEnd len="sm" w="sm" type="none"/>
              </a:ln>
            </p:spPr>
          </p:cxnSp>
          <p:cxnSp>
            <p:nvCxnSpPr>
              <p:cNvPr id="430" name="Google Shape;430;p51"/>
              <p:cNvCxnSpPr>
                <a:stCxn id="426" idx="3"/>
                <a:endCxn id="428" idx="1"/>
              </p:cNvCxnSpPr>
              <p:nvPr/>
            </p:nvCxnSpPr>
            <p:spPr>
              <a:xfrm>
                <a:off x="2488600" y="2291950"/>
                <a:ext cx="544800" cy="309000"/>
              </a:xfrm>
              <a:prstGeom prst="bentConnector3">
                <a:avLst>
                  <a:gd fmla="val 49986" name="adj1"/>
                </a:avLst>
              </a:prstGeom>
              <a:noFill/>
              <a:ln cap="flat" cmpd="sng" w="9525">
                <a:solidFill>
                  <a:srgbClr val="C2C2C2"/>
                </a:solidFill>
                <a:prstDash val="solid"/>
                <a:round/>
                <a:headEnd len="sm" w="sm" type="none"/>
                <a:tailEnd len="sm" w="sm" type="none"/>
              </a:ln>
            </p:spPr>
          </p:cxnSp>
          <p:cxnSp>
            <p:nvCxnSpPr>
              <p:cNvPr id="431" name="Google Shape;431;p51"/>
              <p:cNvCxnSpPr>
                <a:stCxn id="416" idx="0"/>
                <a:endCxn id="426" idx="1"/>
              </p:cNvCxnSpPr>
              <p:nvPr/>
            </p:nvCxnSpPr>
            <p:spPr>
              <a:xfrm rot="-5400000">
                <a:off x="1052775" y="2307225"/>
                <a:ext cx="436800" cy="406200"/>
              </a:xfrm>
              <a:prstGeom prst="bentConnector2">
                <a:avLst/>
              </a:prstGeom>
              <a:noFill/>
              <a:ln cap="flat" cmpd="sng" w="9525">
                <a:solidFill>
                  <a:schemeClr val="lt1"/>
                </a:solidFill>
                <a:prstDash val="solid"/>
                <a:round/>
                <a:headEnd len="med" w="med" type="none"/>
                <a:tailEnd len="med" w="med" type="none"/>
              </a:ln>
            </p:spPr>
          </p:cxnSp>
        </p:grpSp>
        <p:pic>
          <p:nvPicPr>
            <p:cNvPr id="432" name="Google Shape;432;p51" title="Gemini_Generated_Image_2pdu492pdu492pdu.png"/>
            <p:cNvPicPr preferRelativeResize="0"/>
            <p:nvPr/>
          </p:nvPicPr>
          <p:blipFill>
            <a:blip r:embed="rId4">
              <a:alphaModFix/>
            </a:blip>
            <a:stretch>
              <a:fillRect/>
            </a:stretch>
          </p:blipFill>
          <p:spPr>
            <a:xfrm>
              <a:off x="4572000" y="1965700"/>
              <a:ext cx="3660324" cy="1996375"/>
            </a:xfrm>
            <a:prstGeom prst="rect">
              <a:avLst/>
            </a:prstGeom>
            <a:noFill/>
            <a:ln cap="flat" cmpd="sng" w="28575">
              <a:solidFill>
                <a:schemeClr val="dk2"/>
              </a:solidFill>
              <a:prstDash val="solid"/>
              <a:round/>
              <a:headEnd len="sm" w="sm" type="none"/>
              <a:tailEnd len="sm" w="sm" type="none"/>
            </a:ln>
          </p:spPr>
        </p:pic>
      </p:grpSp>
      <p:sp>
        <p:nvSpPr>
          <p:cNvPr id="433" name="Google Shape;433;p5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latin typeface="Montserrat"/>
                <a:ea typeface="Montserrat"/>
                <a:cs typeface="Montserrat"/>
                <a:sym typeface="Montserrat"/>
              </a:rPr>
              <a:t>Dataset - TOX21</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52"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sp>
        <p:nvSpPr>
          <p:cNvPr id="439" name="Google Shape;439;p5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DGN &amp; DDQN</a:t>
            </a:r>
            <a:r>
              <a:rPr lang="it">
                <a:latin typeface="Montserrat"/>
                <a:ea typeface="Montserrat"/>
                <a:cs typeface="Montserrat"/>
                <a:sym typeface="Montserrat"/>
              </a:rPr>
              <a:t> - workflow</a:t>
            </a:r>
            <a:endParaRPr>
              <a:latin typeface="Montserrat"/>
              <a:ea typeface="Montserrat"/>
              <a:cs typeface="Montserrat"/>
              <a:sym typeface="Montserrat"/>
            </a:endParaRPr>
          </a:p>
        </p:txBody>
      </p:sp>
      <p:sp>
        <p:nvSpPr>
          <p:cNvPr id="440" name="Google Shape;440;p52"/>
          <p:cNvSpPr/>
          <p:nvPr/>
        </p:nvSpPr>
        <p:spPr>
          <a:xfrm>
            <a:off x="234150" y="1767525"/>
            <a:ext cx="1219500" cy="1690200"/>
          </a:xfrm>
          <a:prstGeom prst="roundRect">
            <a:avLst>
              <a:gd fmla="val 16667"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grpSp>
        <p:nvGrpSpPr>
          <p:cNvPr id="441" name="Google Shape;441;p52"/>
          <p:cNvGrpSpPr/>
          <p:nvPr/>
        </p:nvGrpSpPr>
        <p:grpSpPr>
          <a:xfrm>
            <a:off x="3129589" y="2612639"/>
            <a:ext cx="2237111" cy="764761"/>
            <a:chOff x="3129589" y="2612639"/>
            <a:chExt cx="2237111" cy="764761"/>
          </a:xfrm>
        </p:grpSpPr>
        <p:sp>
          <p:nvSpPr>
            <p:cNvPr id="442" name="Google Shape;442;p52"/>
            <p:cNvSpPr/>
            <p:nvPr/>
          </p:nvSpPr>
          <p:spPr>
            <a:xfrm>
              <a:off x="3360000" y="3092400"/>
              <a:ext cx="1605000" cy="285000"/>
            </a:xfrm>
            <a:prstGeom prst="roundRect">
              <a:avLst>
                <a:gd fmla="val 7868"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cxnSp>
          <p:nvCxnSpPr>
            <p:cNvPr id="443" name="Google Shape;443;p52"/>
            <p:cNvCxnSpPr>
              <a:stCxn id="444" idx="3"/>
              <a:endCxn id="442" idx="1"/>
            </p:cNvCxnSpPr>
            <p:nvPr/>
          </p:nvCxnSpPr>
          <p:spPr>
            <a:xfrm>
              <a:off x="3129589" y="2612639"/>
              <a:ext cx="230400" cy="622200"/>
            </a:xfrm>
            <a:prstGeom prst="curvedConnector3">
              <a:avLst>
                <a:gd fmla="val 50002" name="adj1"/>
              </a:avLst>
            </a:prstGeom>
            <a:noFill/>
            <a:ln cap="flat" cmpd="sng" w="19050">
              <a:solidFill>
                <a:schemeClr val="dk2"/>
              </a:solidFill>
              <a:prstDash val="solid"/>
              <a:round/>
              <a:headEnd len="med" w="med" type="none"/>
              <a:tailEnd len="med" w="med" type="stealth"/>
            </a:ln>
          </p:spPr>
        </p:cxnSp>
        <p:cxnSp>
          <p:nvCxnSpPr>
            <p:cNvPr id="445" name="Google Shape;445;p52"/>
            <p:cNvCxnSpPr>
              <a:stCxn id="442" idx="3"/>
              <a:endCxn id="446" idx="1"/>
            </p:cNvCxnSpPr>
            <p:nvPr/>
          </p:nvCxnSpPr>
          <p:spPr>
            <a:xfrm flipH="1" rot="10800000">
              <a:off x="4965000" y="2647800"/>
              <a:ext cx="401700" cy="587100"/>
            </a:xfrm>
            <a:prstGeom prst="curvedConnector3">
              <a:avLst>
                <a:gd fmla="val 49984" name="adj1"/>
              </a:avLst>
            </a:prstGeom>
            <a:noFill/>
            <a:ln cap="flat" cmpd="sng" w="19050">
              <a:solidFill>
                <a:schemeClr val="dk2"/>
              </a:solidFill>
              <a:prstDash val="solid"/>
              <a:round/>
              <a:headEnd len="med" w="med" type="none"/>
              <a:tailEnd len="med" w="med" type="stealth"/>
            </a:ln>
          </p:spPr>
        </p:cxnSp>
        <p:sp>
          <p:nvSpPr>
            <p:cNvPr id="447" name="Google Shape;447;p52"/>
            <p:cNvSpPr txBox="1"/>
            <p:nvPr/>
          </p:nvSpPr>
          <p:spPr>
            <a:xfrm>
              <a:off x="3442500" y="2843800"/>
              <a:ext cx="15300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DGN embedding</a:t>
              </a:r>
              <a:endParaRPr>
                <a:solidFill>
                  <a:schemeClr val="lt1"/>
                </a:solidFill>
                <a:latin typeface="Maven Pro"/>
                <a:ea typeface="Maven Pro"/>
                <a:cs typeface="Maven Pro"/>
                <a:sym typeface="Maven Pro"/>
              </a:endParaRPr>
            </a:p>
          </p:txBody>
        </p:sp>
        <p:grpSp>
          <p:nvGrpSpPr>
            <p:cNvPr id="448" name="Google Shape;448;p52"/>
            <p:cNvGrpSpPr/>
            <p:nvPr/>
          </p:nvGrpSpPr>
          <p:grpSpPr>
            <a:xfrm>
              <a:off x="3364700" y="3089850"/>
              <a:ext cx="1597825" cy="285000"/>
              <a:chOff x="3364700" y="3089850"/>
              <a:chExt cx="1597825" cy="285000"/>
            </a:xfrm>
          </p:grpSpPr>
          <p:cxnSp>
            <p:nvCxnSpPr>
              <p:cNvPr id="449" name="Google Shape;449;p52"/>
              <p:cNvCxnSpPr/>
              <p:nvPr/>
            </p:nvCxnSpPr>
            <p:spPr>
              <a:xfrm>
                <a:off x="3364700" y="3112300"/>
                <a:ext cx="2400" cy="238200"/>
              </a:xfrm>
              <a:prstGeom prst="straightConnector1">
                <a:avLst/>
              </a:prstGeom>
              <a:noFill/>
              <a:ln cap="flat" cmpd="sng" w="9525">
                <a:solidFill>
                  <a:schemeClr val="dk2"/>
                </a:solidFill>
                <a:prstDash val="solid"/>
                <a:round/>
                <a:headEnd len="med" w="med" type="none"/>
                <a:tailEnd len="med" w="med" type="none"/>
              </a:ln>
            </p:spPr>
          </p:cxnSp>
          <p:cxnSp>
            <p:nvCxnSpPr>
              <p:cNvPr id="450" name="Google Shape;450;p52"/>
              <p:cNvCxnSpPr/>
              <p:nvPr/>
            </p:nvCxnSpPr>
            <p:spPr>
              <a:xfrm>
                <a:off x="3594000" y="3089850"/>
                <a:ext cx="0" cy="285000"/>
              </a:xfrm>
              <a:prstGeom prst="straightConnector1">
                <a:avLst/>
              </a:prstGeom>
              <a:noFill/>
              <a:ln cap="flat" cmpd="sng" w="9525">
                <a:solidFill>
                  <a:schemeClr val="dk2"/>
                </a:solidFill>
                <a:prstDash val="solid"/>
                <a:round/>
                <a:headEnd len="med" w="med" type="none"/>
                <a:tailEnd len="med" w="med" type="none"/>
              </a:ln>
            </p:spPr>
          </p:cxnSp>
          <p:cxnSp>
            <p:nvCxnSpPr>
              <p:cNvPr id="451" name="Google Shape;451;p52"/>
              <p:cNvCxnSpPr/>
              <p:nvPr/>
            </p:nvCxnSpPr>
            <p:spPr>
              <a:xfrm>
                <a:off x="3821400" y="3089850"/>
                <a:ext cx="0" cy="285000"/>
              </a:xfrm>
              <a:prstGeom prst="straightConnector1">
                <a:avLst/>
              </a:prstGeom>
              <a:noFill/>
              <a:ln cap="flat" cmpd="sng" w="9525">
                <a:solidFill>
                  <a:schemeClr val="dk2"/>
                </a:solidFill>
                <a:prstDash val="solid"/>
                <a:round/>
                <a:headEnd len="med" w="med" type="none"/>
                <a:tailEnd len="med" w="med" type="none"/>
              </a:ln>
            </p:spPr>
          </p:cxnSp>
          <p:cxnSp>
            <p:nvCxnSpPr>
              <p:cNvPr id="452" name="Google Shape;452;p52"/>
              <p:cNvCxnSpPr/>
              <p:nvPr/>
            </p:nvCxnSpPr>
            <p:spPr>
              <a:xfrm>
                <a:off x="4048800" y="3089850"/>
                <a:ext cx="0" cy="285000"/>
              </a:xfrm>
              <a:prstGeom prst="straightConnector1">
                <a:avLst/>
              </a:prstGeom>
              <a:noFill/>
              <a:ln cap="flat" cmpd="sng" w="9525">
                <a:solidFill>
                  <a:schemeClr val="dk2"/>
                </a:solidFill>
                <a:prstDash val="solid"/>
                <a:round/>
                <a:headEnd len="med" w="med" type="none"/>
                <a:tailEnd len="med" w="med" type="none"/>
              </a:ln>
            </p:spPr>
          </p:cxnSp>
          <p:cxnSp>
            <p:nvCxnSpPr>
              <p:cNvPr id="453" name="Google Shape;453;p52"/>
              <p:cNvCxnSpPr/>
              <p:nvPr/>
            </p:nvCxnSpPr>
            <p:spPr>
              <a:xfrm>
                <a:off x="4276200" y="3089850"/>
                <a:ext cx="0" cy="2850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52"/>
              <p:cNvCxnSpPr/>
              <p:nvPr/>
            </p:nvCxnSpPr>
            <p:spPr>
              <a:xfrm>
                <a:off x="4503600" y="3089850"/>
                <a:ext cx="0" cy="285000"/>
              </a:xfrm>
              <a:prstGeom prst="straightConnector1">
                <a:avLst/>
              </a:prstGeom>
              <a:noFill/>
              <a:ln cap="flat" cmpd="sng" w="9525">
                <a:solidFill>
                  <a:schemeClr val="dk2"/>
                </a:solidFill>
                <a:prstDash val="solid"/>
                <a:round/>
                <a:headEnd len="med" w="med" type="none"/>
                <a:tailEnd len="med" w="med" type="none"/>
              </a:ln>
            </p:spPr>
          </p:cxnSp>
          <p:cxnSp>
            <p:nvCxnSpPr>
              <p:cNvPr id="455" name="Google Shape;455;p52"/>
              <p:cNvCxnSpPr/>
              <p:nvPr/>
            </p:nvCxnSpPr>
            <p:spPr>
              <a:xfrm>
                <a:off x="4731000" y="3089850"/>
                <a:ext cx="0" cy="285000"/>
              </a:xfrm>
              <a:prstGeom prst="straightConnector1">
                <a:avLst/>
              </a:prstGeom>
              <a:noFill/>
              <a:ln cap="flat" cmpd="sng" w="9525">
                <a:solidFill>
                  <a:schemeClr val="dk2"/>
                </a:solidFill>
                <a:prstDash val="solid"/>
                <a:round/>
                <a:headEnd len="med" w="med" type="none"/>
                <a:tailEnd len="med" w="med" type="none"/>
              </a:ln>
            </p:spPr>
          </p:cxnSp>
          <p:cxnSp>
            <p:nvCxnSpPr>
              <p:cNvPr id="456" name="Google Shape;456;p52"/>
              <p:cNvCxnSpPr/>
              <p:nvPr/>
            </p:nvCxnSpPr>
            <p:spPr>
              <a:xfrm>
                <a:off x="4962525" y="3121825"/>
                <a:ext cx="0" cy="216600"/>
              </a:xfrm>
              <a:prstGeom prst="straightConnector1">
                <a:avLst/>
              </a:prstGeom>
              <a:noFill/>
              <a:ln cap="flat" cmpd="sng" w="9525">
                <a:solidFill>
                  <a:schemeClr val="dk2"/>
                </a:solidFill>
                <a:prstDash val="solid"/>
                <a:round/>
                <a:headEnd len="med" w="med" type="none"/>
                <a:tailEnd len="med" w="med" type="none"/>
              </a:ln>
            </p:spPr>
          </p:cxnSp>
        </p:grpSp>
      </p:grpSp>
      <p:grpSp>
        <p:nvGrpSpPr>
          <p:cNvPr id="457" name="Google Shape;457;p52"/>
          <p:cNvGrpSpPr/>
          <p:nvPr/>
        </p:nvGrpSpPr>
        <p:grpSpPr>
          <a:xfrm>
            <a:off x="3129589" y="1591650"/>
            <a:ext cx="2236899" cy="1056150"/>
            <a:chOff x="3129589" y="1591650"/>
            <a:chExt cx="2236899" cy="1056150"/>
          </a:xfrm>
        </p:grpSpPr>
        <p:sp>
          <p:nvSpPr>
            <p:cNvPr id="458" name="Google Shape;458;p52"/>
            <p:cNvSpPr/>
            <p:nvPr/>
          </p:nvSpPr>
          <p:spPr>
            <a:xfrm>
              <a:off x="3354388" y="1845000"/>
              <a:ext cx="1605000" cy="2850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cxnSp>
          <p:nvCxnSpPr>
            <p:cNvPr id="459" name="Google Shape;459;p52"/>
            <p:cNvCxnSpPr>
              <a:stCxn id="444" idx="3"/>
              <a:endCxn id="458" idx="1"/>
            </p:cNvCxnSpPr>
            <p:nvPr/>
          </p:nvCxnSpPr>
          <p:spPr>
            <a:xfrm flipH="1" rot="10800000">
              <a:off x="3129589" y="1987439"/>
              <a:ext cx="224700" cy="625200"/>
            </a:xfrm>
            <a:prstGeom prst="curvedConnector3">
              <a:avLst>
                <a:gd fmla="val 50022" name="adj1"/>
              </a:avLst>
            </a:prstGeom>
            <a:noFill/>
            <a:ln cap="flat" cmpd="sng" w="19050">
              <a:solidFill>
                <a:schemeClr val="dk2"/>
              </a:solidFill>
              <a:prstDash val="solid"/>
              <a:round/>
              <a:headEnd len="med" w="med" type="none"/>
              <a:tailEnd len="med" w="med" type="stealth"/>
            </a:ln>
          </p:spPr>
        </p:cxnSp>
        <p:cxnSp>
          <p:nvCxnSpPr>
            <p:cNvPr id="460" name="Google Shape;460;p52"/>
            <p:cNvCxnSpPr>
              <a:stCxn id="458" idx="3"/>
              <a:endCxn id="446" idx="1"/>
            </p:cNvCxnSpPr>
            <p:nvPr/>
          </p:nvCxnSpPr>
          <p:spPr>
            <a:xfrm>
              <a:off x="4959388" y="1987500"/>
              <a:ext cx="407100" cy="660300"/>
            </a:xfrm>
            <a:prstGeom prst="curvedConnector3">
              <a:avLst>
                <a:gd fmla="val 50010" name="adj1"/>
              </a:avLst>
            </a:prstGeom>
            <a:noFill/>
            <a:ln cap="flat" cmpd="sng" w="19050">
              <a:solidFill>
                <a:schemeClr val="dk2"/>
              </a:solidFill>
              <a:prstDash val="solid"/>
              <a:round/>
              <a:headEnd len="med" w="med" type="none"/>
              <a:tailEnd len="med" w="med" type="stealth"/>
            </a:ln>
          </p:spPr>
        </p:cxnSp>
        <p:sp>
          <p:nvSpPr>
            <p:cNvPr id="461" name="Google Shape;461;p52"/>
            <p:cNvSpPr txBox="1"/>
            <p:nvPr/>
          </p:nvSpPr>
          <p:spPr>
            <a:xfrm>
              <a:off x="3375000" y="1591650"/>
              <a:ext cx="1605000" cy="26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TOX probabilities</a:t>
              </a:r>
              <a:endParaRPr>
                <a:solidFill>
                  <a:schemeClr val="lt1"/>
                </a:solidFill>
                <a:latin typeface="Maven Pro"/>
                <a:ea typeface="Maven Pro"/>
                <a:cs typeface="Maven Pro"/>
                <a:sym typeface="Maven Pro"/>
              </a:endParaRPr>
            </a:p>
          </p:txBody>
        </p:sp>
        <p:grpSp>
          <p:nvGrpSpPr>
            <p:cNvPr id="462" name="Google Shape;462;p52"/>
            <p:cNvGrpSpPr/>
            <p:nvPr/>
          </p:nvGrpSpPr>
          <p:grpSpPr>
            <a:xfrm>
              <a:off x="3361500" y="1845000"/>
              <a:ext cx="1597825" cy="285000"/>
              <a:chOff x="3364700" y="3089850"/>
              <a:chExt cx="1597825" cy="285000"/>
            </a:xfrm>
          </p:grpSpPr>
          <p:cxnSp>
            <p:nvCxnSpPr>
              <p:cNvPr id="463" name="Google Shape;463;p52"/>
              <p:cNvCxnSpPr/>
              <p:nvPr/>
            </p:nvCxnSpPr>
            <p:spPr>
              <a:xfrm>
                <a:off x="3364700" y="3112300"/>
                <a:ext cx="2400" cy="238200"/>
              </a:xfrm>
              <a:prstGeom prst="straightConnector1">
                <a:avLst/>
              </a:prstGeom>
              <a:noFill/>
              <a:ln cap="flat" cmpd="sng" w="9525">
                <a:solidFill>
                  <a:schemeClr val="dk2"/>
                </a:solidFill>
                <a:prstDash val="solid"/>
                <a:round/>
                <a:headEnd len="med" w="med" type="none"/>
                <a:tailEnd len="med" w="med" type="none"/>
              </a:ln>
            </p:spPr>
          </p:cxnSp>
          <p:cxnSp>
            <p:nvCxnSpPr>
              <p:cNvPr id="464" name="Google Shape;464;p52"/>
              <p:cNvCxnSpPr/>
              <p:nvPr/>
            </p:nvCxnSpPr>
            <p:spPr>
              <a:xfrm>
                <a:off x="3594000" y="3089850"/>
                <a:ext cx="0" cy="285000"/>
              </a:xfrm>
              <a:prstGeom prst="straightConnector1">
                <a:avLst/>
              </a:prstGeom>
              <a:noFill/>
              <a:ln cap="flat" cmpd="sng" w="9525">
                <a:solidFill>
                  <a:schemeClr val="dk2"/>
                </a:solidFill>
                <a:prstDash val="solid"/>
                <a:round/>
                <a:headEnd len="med" w="med" type="none"/>
                <a:tailEnd len="med" w="med" type="none"/>
              </a:ln>
            </p:spPr>
          </p:cxnSp>
          <p:cxnSp>
            <p:nvCxnSpPr>
              <p:cNvPr id="465" name="Google Shape;465;p52"/>
              <p:cNvCxnSpPr/>
              <p:nvPr/>
            </p:nvCxnSpPr>
            <p:spPr>
              <a:xfrm>
                <a:off x="4048800" y="3089850"/>
                <a:ext cx="0" cy="285000"/>
              </a:xfrm>
              <a:prstGeom prst="straightConnector1">
                <a:avLst/>
              </a:prstGeom>
              <a:noFill/>
              <a:ln cap="flat" cmpd="sng" w="9525">
                <a:solidFill>
                  <a:schemeClr val="dk2"/>
                </a:solidFill>
                <a:prstDash val="solid"/>
                <a:round/>
                <a:headEnd len="med" w="med" type="none"/>
                <a:tailEnd len="med" w="med" type="none"/>
              </a:ln>
            </p:spPr>
          </p:cxnSp>
          <p:cxnSp>
            <p:nvCxnSpPr>
              <p:cNvPr id="466" name="Google Shape;466;p52"/>
              <p:cNvCxnSpPr/>
              <p:nvPr/>
            </p:nvCxnSpPr>
            <p:spPr>
              <a:xfrm>
                <a:off x="4276200" y="3089850"/>
                <a:ext cx="0" cy="28500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52"/>
              <p:cNvCxnSpPr/>
              <p:nvPr/>
            </p:nvCxnSpPr>
            <p:spPr>
              <a:xfrm>
                <a:off x="4731000" y="3089850"/>
                <a:ext cx="0" cy="285000"/>
              </a:xfrm>
              <a:prstGeom prst="straightConnector1">
                <a:avLst/>
              </a:prstGeom>
              <a:noFill/>
              <a:ln cap="flat" cmpd="sng" w="9525">
                <a:solidFill>
                  <a:schemeClr val="dk2"/>
                </a:solidFill>
                <a:prstDash val="solid"/>
                <a:round/>
                <a:headEnd len="med" w="med" type="none"/>
                <a:tailEnd len="med" w="med" type="none"/>
              </a:ln>
            </p:spPr>
          </p:cxnSp>
          <p:cxnSp>
            <p:nvCxnSpPr>
              <p:cNvPr id="468" name="Google Shape;468;p52"/>
              <p:cNvCxnSpPr/>
              <p:nvPr/>
            </p:nvCxnSpPr>
            <p:spPr>
              <a:xfrm>
                <a:off x="4962525" y="3121825"/>
                <a:ext cx="0" cy="216600"/>
              </a:xfrm>
              <a:prstGeom prst="straightConnector1">
                <a:avLst/>
              </a:prstGeom>
              <a:noFill/>
              <a:ln cap="flat" cmpd="sng" w="9525">
                <a:solidFill>
                  <a:schemeClr val="dk2"/>
                </a:solidFill>
                <a:prstDash val="solid"/>
                <a:round/>
                <a:headEnd len="med" w="med" type="none"/>
                <a:tailEnd len="med" w="med" type="none"/>
              </a:ln>
            </p:spPr>
          </p:cxnSp>
        </p:grpSp>
        <p:sp>
          <p:nvSpPr>
            <p:cNvPr id="469" name="Google Shape;469;p52"/>
            <p:cNvSpPr txBox="1"/>
            <p:nvPr/>
          </p:nvSpPr>
          <p:spPr>
            <a:xfrm>
              <a:off x="3629025" y="1945475"/>
              <a:ext cx="333300" cy="216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it" sz="2100">
                  <a:solidFill>
                    <a:schemeClr val="lt1"/>
                  </a:solidFill>
                  <a:latin typeface="Maven Pro"/>
                  <a:ea typeface="Maven Pro"/>
                  <a:cs typeface="Maven Pro"/>
                  <a:sym typeface="Maven Pro"/>
                </a:rPr>
                <a:t>…</a:t>
              </a:r>
              <a:endParaRPr sz="2100">
                <a:solidFill>
                  <a:schemeClr val="lt1"/>
                </a:solidFill>
                <a:latin typeface="Maven Pro"/>
                <a:ea typeface="Maven Pro"/>
                <a:cs typeface="Maven Pro"/>
                <a:sym typeface="Maven Pro"/>
              </a:endParaRPr>
            </a:p>
          </p:txBody>
        </p:sp>
        <p:sp>
          <p:nvSpPr>
            <p:cNvPr id="470" name="Google Shape;470;p52"/>
            <p:cNvSpPr txBox="1"/>
            <p:nvPr/>
          </p:nvSpPr>
          <p:spPr>
            <a:xfrm>
              <a:off x="4302913" y="1945875"/>
              <a:ext cx="333300" cy="216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it" sz="2100">
                  <a:solidFill>
                    <a:schemeClr val="lt1"/>
                  </a:solidFill>
                  <a:latin typeface="Maven Pro"/>
                  <a:ea typeface="Maven Pro"/>
                  <a:cs typeface="Maven Pro"/>
                  <a:sym typeface="Maven Pro"/>
                </a:rPr>
                <a:t>…</a:t>
              </a:r>
              <a:endParaRPr sz="2100">
                <a:solidFill>
                  <a:schemeClr val="lt1"/>
                </a:solidFill>
                <a:latin typeface="Maven Pro"/>
                <a:ea typeface="Maven Pro"/>
                <a:cs typeface="Maven Pro"/>
                <a:sym typeface="Maven Pro"/>
              </a:endParaRPr>
            </a:p>
          </p:txBody>
        </p:sp>
        <p:sp>
          <p:nvSpPr>
            <p:cNvPr id="471" name="Google Shape;471;p52"/>
            <p:cNvSpPr txBox="1"/>
            <p:nvPr/>
          </p:nvSpPr>
          <p:spPr>
            <a:xfrm>
              <a:off x="3270792" y="1918500"/>
              <a:ext cx="415500" cy="13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800">
                  <a:solidFill>
                    <a:schemeClr val="lt1"/>
                  </a:solidFill>
                  <a:latin typeface="Maven Pro"/>
                  <a:ea typeface="Maven Pro"/>
                  <a:cs typeface="Maven Pro"/>
                  <a:sym typeface="Maven Pro"/>
                </a:rPr>
                <a:t>0.74</a:t>
              </a:r>
              <a:endParaRPr sz="800">
                <a:solidFill>
                  <a:schemeClr val="lt1"/>
                </a:solidFill>
                <a:latin typeface="Maven Pro"/>
                <a:ea typeface="Maven Pro"/>
                <a:cs typeface="Maven Pro"/>
                <a:sym typeface="Maven Pro"/>
              </a:endParaRPr>
            </a:p>
          </p:txBody>
        </p:sp>
        <p:sp>
          <p:nvSpPr>
            <p:cNvPr id="472" name="Google Shape;472;p52"/>
            <p:cNvSpPr txBox="1"/>
            <p:nvPr/>
          </p:nvSpPr>
          <p:spPr>
            <a:xfrm>
              <a:off x="3952800" y="1918500"/>
              <a:ext cx="415500" cy="13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800">
                  <a:solidFill>
                    <a:schemeClr val="lt1"/>
                  </a:solidFill>
                  <a:latin typeface="Maven Pro"/>
                  <a:ea typeface="Maven Pro"/>
                  <a:cs typeface="Maven Pro"/>
                  <a:sym typeface="Maven Pro"/>
                </a:rPr>
                <a:t>0.13</a:t>
              </a:r>
              <a:endParaRPr sz="800">
                <a:solidFill>
                  <a:schemeClr val="lt1"/>
                </a:solidFill>
                <a:latin typeface="Maven Pro"/>
                <a:ea typeface="Maven Pro"/>
                <a:cs typeface="Maven Pro"/>
                <a:sym typeface="Maven Pro"/>
              </a:endParaRPr>
            </a:p>
          </p:txBody>
        </p:sp>
        <p:sp>
          <p:nvSpPr>
            <p:cNvPr id="473" name="Google Shape;473;p52"/>
            <p:cNvSpPr txBox="1"/>
            <p:nvPr/>
          </p:nvSpPr>
          <p:spPr>
            <a:xfrm>
              <a:off x="4630575" y="1918500"/>
              <a:ext cx="415500" cy="13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800">
                  <a:solidFill>
                    <a:schemeClr val="lt1"/>
                  </a:solidFill>
                  <a:latin typeface="Maven Pro"/>
                  <a:ea typeface="Maven Pro"/>
                  <a:cs typeface="Maven Pro"/>
                  <a:sym typeface="Maven Pro"/>
                </a:rPr>
                <a:t>0.92</a:t>
              </a:r>
              <a:endParaRPr sz="800">
                <a:solidFill>
                  <a:schemeClr val="lt1"/>
                </a:solidFill>
                <a:latin typeface="Maven Pro"/>
                <a:ea typeface="Maven Pro"/>
                <a:cs typeface="Maven Pro"/>
                <a:sym typeface="Maven Pro"/>
              </a:endParaRPr>
            </a:p>
          </p:txBody>
        </p:sp>
      </p:grpSp>
      <p:grpSp>
        <p:nvGrpSpPr>
          <p:cNvPr id="474" name="Google Shape;474;p52"/>
          <p:cNvGrpSpPr/>
          <p:nvPr/>
        </p:nvGrpSpPr>
        <p:grpSpPr>
          <a:xfrm>
            <a:off x="5366572" y="1675587"/>
            <a:ext cx="1944650" cy="1944725"/>
            <a:chOff x="5366572" y="1675587"/>
            <a:chExt cx="1944650" cy="1944725"/>
          </a:xfrm>
        </p:grpSpPr>
        <p:pic>
          <p:nvPicPr>
            <p:cNvPr id="446" name="Google Shape;446;p52"/>
            <p:cNvPicPr preferRelativeResize="0"/>
            <p:nvPr/>
          </p:nvPicPr>
          <p:blipFill rotWithShape="1">
            <a:blip r:embed="rId4">
              <a:alphaModFix/>
            </a:blip>
            <a:srcRect b="0" l="0" r="0" t="0"/>
            <a:stretch/>
          </p:blipFill>
          <p:spPr>
            <a:xfrm>
              <a:off x="5366572" y="1675587"/>
              <a:ext cx="1944650" cy="1944725"/>
            </a:xfrm>
            <a:prstGeom prst="rect">
              <a:avLst/>
            </a:prstGeom>
            <a:noFill/>
            <a:ln>
              <a:noFill/>
            </a:ln>
          </p:spPr>
        </p:pic>
        <p:sp>
          <p:nvSpPr>
            <p:cNvPr id="475" name="Google Shape;475;p52"/>
            <p:cNvSpPr txBox="1"/>
            <p:nvPr/>
          </p:nvSpPr>
          <p:spPr>
            <a:xfrm>
              <a:off x="5597450" y="2334900"/>
              <a:ext cx="1482900" cy="58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800">
                  <a:solidFill>
                    <a:schemeClr val="lt1"/>
                  </a:solidFill>
                  <a:latin typeface="Maven Pro"/>
                  <a:ea typeface="Maven Pro"/>
                  <a:cs typeface="Maven Pro"/>
                  <a:sym typeface="Maven Pro"/>
                </a:rPr>
                <a:t>DDQN</a:t>
              </a:r>
              <a:endParaRPr b="1" sz="1800">
                <a:solidFill>
                  <a:schemeClr val="lt1"/>
                </a:solidFill>
                <a:latin typeface="Maven Pro"/>
                <a:ea typeface="Maven Pro"/>
                <a:cs typeface="Maven Pro"/>
                <a:sym typeface="Maven Pro"/>
              </a:endParaRPr>
            </a:p>
            <a:p>
              <a:pPr indent="0" lvl="0" marL="0" rtl="0" algn="ctr">
                <a:spcBef>
                  <a:spcPts val="0"/>
                </a:spcBef>
                <a:spcAft>
                  <a:spcPts val="0"/>
                </a:spcAft>
                <a:buNone/>
              </a:pPr>
              <a:r>
                <a:rPr b="1" lang="it" sz="1500">
                  <a:solidFill>
                    <a:schemeClr val="lt1"/>
                  </a:solidFill>
                  <a:latin typeface="Maven Pro"/>
                  <a:ea typeface="Maven Pro"/>
                  <a:cs typeface="Maven Pro"/>
                  <a:sym typeface="Maven Pro"/>
                </a:rPr>
                <a:t>RL agent</a:t>
              </a:r>
              <a:endParaRPr b="1" sz="1500">
                <a:solidFill>
                  <a:schemeClr val="lt1"/>
                </a:solidFill>
                <a:latin typeface="Maven Pro"/>
                <a:ea typeface="Maven Pro"/>
                <a:cs typeface="Maven Pro"/>
                <a:sym typeface="Maven Pro"/>
              </a:endParaRPr>
            </a:p>
          </p:txBody>
        </p:sp>
      </p:grpSp>
      <p:grpSp>
        <p:nvGrpSpPr>
          <p:cNvPr id="476" name="Google Shape;476;p52"/>
          <p:cNvGrpSpPr/>
          <p:nvPr/>
        </p:nvGrpSpPr>
        <p:grpSpPr>
          <a:xfrm>
            <a:off x="1453650" y="1966502"/>
            <a:ext cx="1675939" cy="1292275"/>
            <a:chOff x="1453650" y="1966502"/>
            <a:chExt cx="1675939" cy="1292275"/>
          </a:xfrm>
        </p:grpSpPr>
        <p:pic>
          <p:nvPicPr>
            <p:cNvPr id="444" name="Google Shape;444;p52"/>
            <p:cNvPicPr preferRelativeResize="0"/>
            <p:nvPr/>
          </p:nvPicPr>
          <p:blipFill rotWithShape="1">
            <a:blip r:embed="rId4">
              <a:alphaModFix/>
            </a:blip>
            <a:srcRect b="0" l="0" r="0" t="0"/>
            <a:stretch/>
          </p:blipFill>
          <p:spPr>
            <a:xfrm>
              <a:off x="1837338" y="1966502"/>
              <a:ext cx="1292250" cy="1292275"/>
            </a:xfrm>
            <a:prstGeom prst="rect">
              <a:avLst/>
            </a:prstGeom>
            <a:noFill/>
            <a:ln>
              <a:noFill/>
            </a:ln>
          </p:spPr>
        </p:pic>
        <p:sp>
          <p:nvSpPr>
            <p:cNvPr id="477" name="Google Shape;477;p52"/>
            <p:cNvSpPr txBox="1"/>
            <p:nvPr/>
          </p:nvSpPr>
          <p:spPr>
            <a:xfrm>
              <a:off x="1873725" y="2262600"/>
              <a:ext cx="1219500" cy="60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800">
                  <a:solidFill>
                    <a:schemeClr val="lt1"/>
                  </a:solidFill>
                  <a:latin typeface="Maven Pro"/>
                  <a:ea typeface="Maven Pro"/>
                  <a:cs typeface="Maven Pro"/>
                  <a:sym typeface="Maven Pro"/>
                </a:rPr>
                <a:t>DGN</a:t>
              </a:r>
              <a:endParaRPr b="1" sz="1800">
                <a:solidFill>
                  <a:schemeClr val="lt1"/>
                </a:solidFill>
                <a:latin typeface="Maven Pro"/>
                <a:ea typeface="Maven Pro"/>
                <a:cs typeface="Maven Pro"/>
                <a:sym typeface="Maven Pro"/>
              </a:endParaRPr>
            </a:p>
            <a:p>
              <a:pPr indent="0" lvl="0" marL="0" rtl="0" algn="ctr">
                <a:spcBef>
                  <a:spcPts val="0"/>
                </a:spcBef>
                <a:spcAft>
                  <a:spcPts val="0"/>
                </a:spcAft>
                <a:buNone/>
              </a:pPr>
              <a:r>
                <a:rPr b="1" lang="it" sz="1500">
                  <a:solidFill>
                    <a:schemeClr val="lt1"/>
                  </a:solidFill>
                  <a:latin typeface="Maven Pro"/>
                  <a:ea typeface="Maven Pro"/>
                  <a:cs typeface="Maven Pro"/>
                  <a:sym typeface="Maven Pro"/>
                </a:rPr>
                <a:t>predictor</a:t>
              </a:r>
              <a:endParaRPr b="1" sz="1500">
                <a:solidFill>
                  <a:schemeClr val="lt1"/>
                </a:solidFill>
                <a:latin typeface="Maven Pro"/>
                <a:ea typeface="Maven Pro"/>
                <a:cs typeface="Maven Pro"/>
                <a:sym typeface="Maven Pro"/>
              </a:endParaRPr>
            </a:p>
          </p:txBody>
        </p:sp>
        <p:cxnSp>
          <p:nvCxnSpPr>
            <p:cNvPr id="478" name="Google Shape;478;p52"/>
            <p:cNvCxnSpPr>
              <a:stCxn id="440" idx="3"/>
              <a:endCxn id="444" idx="1"/>
            </p:cNvCxnSpPr>
            <p:nvPr/>
          </p:nvCxnSpPr>
          <p:spPr>
            <a:xfrm>
              <a:off x="1453650" y="2612625"/>
              <a:ext cx="383700" cy="600"/>
            </a:xfrm>
            <a:prstGeom prst="curvedConnector3">
              <a:avLst>
                <a:gd fmla="val 49998" name="adj1"/>
              </a:avLst>
            </a:prstGeom>
            <a:noFill/>
            <a:ln cap="flat" cmpd="sng" w="28575">
              <a:solidFill>
                <a:schemeClr val="dk2"/>
              </a:solidFill>
              <a:prstDash val="solid"/>
              <a:round/>
              <a:headEnd len="med" w="med" type="none"/>
              <a:tailEnd len="med" w="med" type="stealth"/>
            </a:ln>
          </p:spPr>
        </p:cxnSp>
      </p:grpSp>
      <p:sp>
        <p:nvSpPr>
          <p:cNvPr id="479" name="Google Shape;479;p52"/>
          <p:cNvSpPr txBox="1"/>
          <p:nvPr/>
        </p:nvSpPr>
        <p:spPr>
          <a:xfrm>
            <a:off x="314625" y="1802175"/>
            <a:ext cx="1030800" cy="47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300">
                <a:solidFill>
                  <a:schemeClr val="lt1"/>
                </a:solidFill>
                <a:latin typeface="Maven Pro"/>
                <a:ea typeface="Maven Pro"/>
                <a:cs typeface="Maven Pro"/>
                <a:sym typeface="Maven Pro"/>
              </a:rPr>
              <a:t>INPUT </a:t>
            </a:r>
            <a:r>
              <a:rPr lang="it" sz="1000">
                <a:solidFill>
                  <a:schemeClr val="lt1"/>
                </a:solidFill>
                <a:latin typeface="Maven Pro"/>
                <a:ea typeface="Maven Pro"/>
                <a:cs typeface="Maven Pro"/>
                <a:sym typeface="Maven Pro"/>
              </a:rPr>
              <a:t>MOLECULE</a:t>
            </a:r>
            <a:endParaRPr sz="1000">
              <a:solidFill>
                <a:schemeClr val="lt1"/>
              </a:solidFill>
              <a:latin typeface="Maven Pro"/>
              <a:ea typeface="Maven Pro"/>
              <a:cs typeface="Maven Pro"/>
              <a:sym typeface="Maven Pro"/>
            </a:endParaRPr>
          </a:p>
        </p:txBody>
      </p:sp>
      <p:pic>
        <p:nvPicPr>
          <p:cNvPr id="480" name="Google Shape;480;p52" title="Livello 1.png"/>
          <p:cNvPicPr preferRelativeResize="0"/>
          <p:nvPr/>
        </p:nvPicPr>
        <p:blipFill>
          <a:blip r:embed="rId5">
            <a:alphaModFix/>
          </a:blip>
          <a:stretch>
            <a:fillRect/>
          </a:stretch>
        </p:blipFill>
        <p:spPr>
          <a:xfrm>
            <a:off x="527200" y="2458575"/>
            <a:ext cx="570970" cy="723601"/>
          </a:xfrm>
          <a:prstGeom prst="rect">
            <a:avLst/>
          </a:prstGeom>
          <a:noFill/>
          <a:ln>
            <a:noFill/>
          </a:ln>
        </p:spPr>
      </p:pic>
      <p:grpSp>
        <p:nvGrpSpPr>
          <p:cNvPr id="481" name="Google Shape;481;p52"/>
          <p:cNvGrpSpPr/>
          <p:nvPr/>
        </p:nvGrpSpPr>
        <p:grpSpPr>
          <a:xfrm>
            <a:off x="843900" y="1902300"/>
            <a:ext cx="8015925" cy="2712275"/>
            <a:chOff x="843900" y="1902300"/>
            <a:chExt cx="8015925" cy="2712275"/>
          </a:xfrm>
        </p:grpSpPr>
        <p:cxnSp>
          <p:nvCxnSpPr>
            <p:cNvPr id="482" name="Google Shape;482;p52"/>
            <p:cNvCxnSpPr>
              <a:stCxn id="446" idx="3"/>
              <a:endCxn id="483" idx="1"/>
            </p:cNvCxnSpPr>
            <p:nvPr/>
          </p:nvCxnSpPr>
          <p:spPr>
            <a:xfrm flipH="1" rot="10800000">
              <a:off x="7311221" y="2644349"/>
              <a:ext cx="485400" cy="3600"/>
            </a:xfrm>
            <a:prstGeom prst="curvedConnector3">
              <a:avLst>
                <a:gd fmla="val 50000" name="adj1"/>
              </a:avLst>
            </a:prstGeom>
            <a:noFill/>
            <a:ln cap="flat" cmpd="sng" w="28575">
              <a:solidFill>
                <a:schemeClr val="dk2"/>
              </a:solidFill>
              <a:prstDash val="solid"/>
              <a:round/>
              <a:headEnd len="med" w="med" type="none"/>
              <a:tailEnd len="med" w="med" type="stealth"/>
            </a:ln>
          </p:spPr>
        </p:cxnSp>
        <p:grpSp>
          <p:nvGrpSpPr>
            <p:cNvPr id="484" name="Google Shape;484;p52"/>
            <p:cNvGrpSpPr/>
            <p:nvPr/>
          </p:nvGrpSpPr>
          <p:grpSpPr>
            <a:xfrm>
              <a:off x="843900" y="1902300"/>
              <a:ext cx="8015925" cy="2712275"/>
              <a:chOff x="843900" y="1902300"/>
              <a:chExt cx="8015925" cy="2712275"/>
            </a:xfrm>
          </p:grpSpPr>
          <p:sp>
            <p:nvSpPr>
              <p:cNvPr id="485" name="Google Shape;485;p52"/>
              <p:cNvSpPr/>
              <p:nvPr/>
            </p:nvSpPr>
            <p:spPr>
              <a:xfrm>
                <a:off x="3105714" y="3890975"/>
                <a:ext cx="2626800" cy="723600"/>
              </a:xfrm>
              <a:prstGeom prst="roundRect">
                <a:avLst>
                  <a:gd fmla="val 16667"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483" name="Google Shape;483;p52"/>
              <p:cNvSpPr/>
              <p:nvPr/>
            </p:nvSpPr>
            <p:spPr>
              <a:xfrm>
                <a:off x="7796625" y="1916548"/>
                <a:ext cx="1063200" cy="1455900"/>
              </a:xfrm>
              <a:prstGeom prst="roundRect">
                <a:avLst>
                  <a:gd fmla="val 16667"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486" name="Google Shape;486;p52"/>
              <p:cNvSpPr txBox="1"/>
              <p:nvPr/>
            </p:nvSpPr>
            <p:spPr>
              <a:xfrm>
                <a:off x="3156175" y="4027350"/>
                <a:ext cx="2626800" cy="5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lt1"/>
                    </a:solidFill>
                    <a:latin typeface="Maven Pro"/>
                    <a:ea typeface="Maven Pro"/>
                    <a:cs typeface="Maven Pro"/>
                    <a:sym typeface="Maven Pro"/>
                  </a:rPr>
                  <a:t>SIMILARITY - TOXICITY</a:t>
                </a:r>
                <a:endParaRPr sz="1800">
                  <a:solidFill>
                    <a:schemeClr val="lt1"/>
                  </a:solidFill>
                  <a:latin typeface="Maven Pro"/>
                  <a:ea typeface="Maven Pro"/>
                  <a:cs typeface="Maven Pro"/>
                  <a:sym typeface="Maven Pro"/>
                </a:endParaRPr>
              </a:p>
            </p:txBody>
          </p:sp>
          <p:cxnSp>
            <p:nvCxnSpPr>
              <p:cNvPr id="487" name="Google Shape;487;p52"/>
              <p:cNvCxnSpPr>
                <a:stCxn id="440" idx="2"/>
                <a:endCxn id="485" idx="1"/>
              </p:cNvCxnSpPr>
              <p:nvPr/>
            </p:nvCxnSpPr>
            <p:spPr>
              <a:xfrm flipH="1" rot="-5400000">
                <a:off x="1577250" y="2724375"/>
                <a:ext cx="795000" cy="2261700"/>
              </a:xfrm>
              <a:prstGeom prst="curvedConnector2">
                <a:avLst/>
              </a:prstGeom>
              <a:noFill/>
              <a:ln cap="flat" cmpd="sng" w="28575">
                <a:solidFill>
                  <a:schemeClr val="accent2"/>
                </a:solidFill>
                <a:prstDash val="solid"/>
                <a:round/>
                <a:headEnd len="med" w="med" type="none"/>
                <a:tailEnd len="med" w="med" type="stealth"/>
              </a:ln>
            </p:spPr>
          </p:cxnSp>
          <p:cxnSp>
            <p:nvCxnSpPr>
              <p:cNvPr id="488" name="Google Shape;488;p52"/>
              <p:cNvCxnSpPr>
                <a:stCxn id="485" idx="3"/>
                <a:endCxn id="483" idx="2"/>
              </p:cNvCxnSpPr>
              <p:nvPr/>
            </p:nvCxnSpPr>
            <p:spPr>
              <a:xfrm flipH="1" rot="10800000">
                <a:off x="5732514" y="3372575"/>
                <a:ext cx="2595600" cy="880200"/>
              </a:xfrm>
              <a:prstGeom prst="curvedConnector2">
                <a:avLst/>
              </a:prstGeom>
              <a:noFill/>
              <a:ln cap="flat" cmpd="sng" w="28575">
                <a:solidFill>
                  <a:schemeClr val="accent2"/>
                </a:solidFill>
                <a:prstDash val="solid"/>
                <a:round/>
                <a:headEnd len="med" w="med" type="stealth"/>
                <a:tailEnd len="med" w="med" type="none"/>
              </a:ln>
            </p:spPr>
          </p:cxnSp>
          <p:sp>
            <p:nvSpPr>
              <p:cNvPr id="489" name="Google Shape;489;p52"/>
              <p:cNvSpPr txBox="1"/>
              <p:nvPr/>
            </p:nvSpPr>
            <p:spPr>
              <a:xfrm>
                <a:off x="7796625" y="1902300"/>
                <a:ext cx="1030800" cy="47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300">
                    <a:solidFill>
                      <a:schemeClr val="lt1"/>
                    </a:solidFill>
                    <a:latin typeface="Maven Pro"/>
                    <a:ea typeface="Maven Pro"/>
                    <a:cs typeface="Maven Pro"/>
                    <a:sym typeface="Maven Pro"/>
                  </a:rPr>
                  <a:t>OUTPUT </a:t>
                </a:r>
                <a:r>
                  <a:rPr lang="it" sz="1000">
                    <a:solidFill>
                      <a:schemeClr val="lt1"/>
                    </a:solidFill>
                    <a:latin typeface="Maven Pro"/>
                    <a:ea typeface="Maven Pro"/>
                    <a:cs typeface="Maven Pro"/>
                    <a:sym typeface="Maven Pro"/>
                  </a:rPr>
                  <a:t>MOLECULE</a:t>
                </a:r>
                <a:endParaRPr sz="1000">
                  <a:solidFill>
                    <a:schemeClr val="lt1"/>
                  </a:solidFill>
                  <a:latin typeface="Maven Pro"/>
                  <a:ea typeface="Maven Pro"/>
                  <a:cs typeface="Maven Pro"/>
                  <a:sym typeface="Maven Pro"/>
                </a:endParaRPr>
              </a:p>
            </p:txBody>
          </p:sp>
          <p:pic>
            <p:nvPicPr>
              <p:cNvPr id="490" name="Google Shape;490;p52" title="Livello 2.png"/>
              <p:cNvPicPr preferRelativeResize="0"/>
              <p:nvPr/>
            </p:nvPicPr>
            <p:blipFill>
              <a:blip r:embed="rId6">
                <a:alphaModFix/>
              </a:blip>
              <a:stretch>
                <a:fillRect/>
              </a:stretch>
            </p:blipFill>
            <p:spPr>
              <a:xfrm>
                <a:off x="8042738" y="2497604"/>
                <a:ext cx="570975" cy="723594"/>
              </a:xfrm>
              <a:prstGeom prst="rect">
                <a:avLst/>
              </a:prstGeom>
              <a:noFill/>
              <a:ln>
                <a:noFill/>
              </a:ln>
            </p:spPr>
          </p:pic>
        </p:grpSp>
      </p:grpSp>
      <p:grpSp>
        <p:nvGrpSpPr>
          <p:cNvPr id="491" name="Google Shape;491;p52"/>
          <p:cNvGrpSpPr/>
          <p:nvPr/>
        </p:nvGrpSpPr>
        <p:grpSpPr>
          <a:xfrm>
            <a:off x="3361950" y="3097825"/>
            <a:ext cx="1593222" cy="279600"/>
            <a:chOff x="3361950" y="3097825"/>
            <a:chExt cx="1593222" cy="279600"/>
          </a:xfrm>
        </p:grpSpPr>
        <p:sp>
          <p:nvSpPr>
            <p:cNvPr id="492" name="Google Shape;492;p52"/>
            <p:cNvSpPr/>
            <p:nvPr/>
          </p:nvSpPr>
          <p:spPr>
            <a:xfrm>
              <a:off x="3599125" y="3102325"/>
              <a:ext cx="221700" cy="275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493" name="Google Shape;493;p52"/>
            <p:cNvSpPr/>
            <p:nvPr/>
          </p:nvSpPr>
          <p:spPr>
            <a:xfrm>
              <a:off x="4051750" y="3102325"/>
              <a:ext cx="221700" cy="275100"/>
            </a:xfrm>
            <a:prstGeom prst="rect">
              <a:avLst/>
            </a:prstGeom>
            <a:solidFill>
              <a:srgbClr val="6B009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494" name="Google Shape;494;p52"/>
            <p:cNvSpPr/>
            <p:nvPr/>
          </p:nvSpPr>
          <p:spPr>
            <a:xfrm>
              <a:off x="4504375" y="3102325"/>
              <a:ext cx="221700" cy="275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495" name="Google Shape;495;p52"/>
            <p:cNvSpPr/>
            <p:nvPr/>
          </p:nvSpPr>
          <p:spPr>
            <a:xfrm>
              <a:off x="4278063" y="3102325"/>
              <a:ext cx="221700" cy="275100"/>
            </a:xfrm>
            <a:prstGeom prst="rect">
              <a:avLst/>
            </a:prstGeom>
            <a:solidFill>
              <a:srgbClr val="B6006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496" name="Google Shape;496;p52"/>
            <p:cNvSpPr/>
            <p:nvPr/>
          </p:nvSpPr>
          <p:spPr>
            <a:xfrm>
              <a:off x="3825438" y="3102325"/>
              <a:ext cx="221700" cy="275100"/>
            </a:xfrm>
            <a:prstGeom prst="rect">
              <a:avLst/>
            </a:prstGeom>
            <a:solidFill>
              <a:srgbClr val="8E00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497" name="Google Shape;497;p52"/>
            <p:cNvSpPr/>
            <p:nvPr/>
          </p:nvSpPr>
          <p:spPr>
            <a:xfrm>
              <a:off x="3361950" y="3097825"/>
              <a:ext cx="232500" cy="275100"/>
            </a:xfrm>
            <a:prstGeom prst="rect">
              <a:avLst/>
            </a:prstGeom>
            <a:solidFill>
              <a:srgbClr val="66008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498" name="Google Shape;498;p52"/>
            <p:cNvSpPr/>
            <p:nvPr/>
          </p:nvSpPr>
          <p:spPr>
            <a:xfrm>
              <a:off x="4733472" y="3100926"/>
              <a:ext cx="221700" cy="270600"/>
            </a:xfrm>
            <a:prstGeom prst="rect">
              <a:avLst/>
            </a:prstGeom>
            <a:solidFill>
              <a:srgbClr val="66008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pic>
        <p:nvPicPr>
          <p:cNvPr id="503" name="Google Shape;503;p53"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sp>
        <p:nvSpPr>
          <p:cNvPr id="504" name="Google Shape;504;p53"/>
          <p:cNvSpPr txBox="1"/>
          <p:nvPr>
            <p:ph type="title"/>
          </p:nvPr>
        </p:nvSpPr>
        <p:spPr>
          <a:xfrm>
            <a:off x="1297500" y="393750"/>
            <a:ext cx="3274500" cy="69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DGN</a:t>
            </a:r>
            <a:r>
              <a:rPr lang="it">
                <a:latin typeface="Montserrat"/>
                <a:ea typeface="Montserrat"/>
                <a:cs typeface="Montserrat"/>
                <a:sym typeface="Montserrat"/>
              </a:rPr>
              <a:t> - Predictor</a:t>
            </a:r>
            <a:endParaRPr>
              <a:latin typeface="Montserrat"/>
              <a:ea typeface="Montserrat"/>
              <a:cs typeface="Montserrat"/>
              <a:sym typeface="Montserrat"/>
            </a:endParaRPr>
          </a:p>
        </p:txBody>
      </p:sp>
      <p:grpSp>
        <p:nvGrpSpPr>
          <p:cNvPr id="505" name="Google Shape;505;p53"/>
          <p:cNvGrpSpPr/>
          <p:nvPr/>
        </p:nvGrpSpPr>
        <p:grpSpPr>
          <a:xfrm>
            <a:off x="429300" y="2376250"/>
            <a:ext cx="4220400" cy="2442300"/>
            <a:chOff x="429300" y="2376250"/>
            <a:chExt cx="4220400" cy="2442300"/>
          </a:xfrm>
        </p:grpSpPr>
        <p:sp>
          <p:nvSpPr>
            <p:cNvPr id="506" name="Google Shape;506;p53"/>
            <p:cNvSpPr/>
            <p:nvPr/>
          </p:nvSpPr>
          <p:spPr>
            <a:xfrm>
              <a:off x="429300" y="2376250"/>
              <a:ext cx="4220400" cy="2442300"/>
            </a:xfrm>
            <a:prstGeom prst="roundRect">
              <a:avLst>
                <a:gd fmla="val 16667" name="adj"/>
              </a:avLst>
            </a:pr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507" name="Google Shape;507;p53"/>
            <p:cNvSpPr txBox="1"/>
            <p:nvPr/>
          </p:nvSpPr>
          <p:spPr>
            <a:xfrm>
              <a:off x="541418" y="2474845"/>
              <a:ext cx="1740000" cy="5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lt1"/>
                  </a:solidFill>
                  <a:latin typeface="Maven Pro"/>
                  <a:ea typeface="Maven Pro"/>
                  <a:cs typeface="Maven Pro"/>
                  <a:sym typeface="Maven Pro"/>
                </a:rPr>
                <a:t>Why </a:t>
              </a:r>
              <a:r>
                <a:rPr b="1" lang="it" sz="1800">
                  <a:solidFill>
                    <a:schemeClr val="lt1"/>
                  </a:solidFill>
                  <a:latin typeface="Maven Pro"/>
                  <a:ea typeface="Maven Pro"/>
                  <a:cs typeface="Maven Pro"/>
                  <a:sym typeface="Maven Pro"/>
                </a:rPr>
                <a:t>DGN</a:t>
              </a:r>
              <a:r>
                <a:rPr lang="it" sz="1800">
                  <a:solidFill>
                    <a:schemeClr val="lt1"/>
                  </a:solidFill>
                  <a:latin typeface="Maven Pro"/>
                  <a:ea typeface="Maven Pro"/>
                  <a:cs typeface="Maven Pro"/>
                  <a:sym typeface="Maven Pro"/>
                </a:rPr>
                <a:t>?</a:t>
              </a:r>
              <a:endParaRPr sz="1800">
                <a:solidFill>
                  <a:schemeClr val="lt1"/>
                </a:solidFill>
                <a:latin typeface="Maven Pro"/>
                <a:ea typeface="Maven Pro"/>
                <a:cs typeface="Maven Pro"/>
                <a:sym typeface="Maven Pro"/>
              </a:endParaRPr>
            </a:p>
          </p:txBody>
        </p:sp>
      </p:grpSp>
      <p:sp>
        <p:nvSpPr>
          <p:cNvPr id="508" name="Google Shape;508;p53"/>
          <p:cNvSpPr txBox="1"/>
          <p:nvPr/>
        </p:nvSpPr>
        <p:spPr>
          <a:xfrm>
            <a:off x="608450" y="2926600"/>
            <a:ext cx="3950400" cy="861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lt1"/>
              </a:buClr>
              <a:buSzPts val="1800"/>
              <a:buFont typeface="Maven Pro"/>
              <a:buChar char="●"/>
            </a:pPr>
            <a:r>
              <a:rPr lang="it" sz="1800">
                <a:solidFill>
                  <a:schemeClr val="lt1"/>
                </a:solidFill>
                <a:latin typeface="Maven Pro"/>
                <a:ea typeface="Maven Pro"/>
                <a:cs typeface="Maven Pro"/>
                <a:sym typeface="Maven Pro"/>
              </a:rPr>
              <a:t>Native non-euclidean form</a:t>
            </a:r>
            <a:endParaRPr sz="1800">
              <a:solidFill>
                <a:schemeClr val="lt1"/>
              </a:solidFill>
              <a:latin typeface="Maven Pro"/>
              <a:ea typeface="Maven Pro"/>
              <a:cs typeface="Maven Pro"/>
              <a:sym typeface="Maven Pro"/>
            </a:endParaRPr>
          </a:p>
          <a:p>
            <a:pPr indent="-342900" lvl="0" marL="457200" rtl="0" algn="l">
              <a:lnSpc>
                <a:spcPct val="150000"/>
              </a:lnSpc>
              <a:spcBef>
                <a:spcPts val="0"/>
              </a:spcBef>
              <a:spcAft>
                <a:spcPts val="0"/>
              </a:spcAft>
              <a:buClr>
                <a:schemeClr val="lt1"/>
              </a:buClr>
              <a:buSzPts val="1800"/>
              <a:buFont typeface="Maven Pro"/>
              <a:buChar char="●"/>
            </a:pPr>
            <a:r>
              <a:t/>
            </a:r>
            <a:endParaRPr sz="1800">
              <a:solidFill>
                <a:schemeClr val="lt1"/>
              </a:solidFill>
              <a:latin typeface="Maven Pro"/>
              <a:ea typeface="Maven Pro"/>
              <a:cs typeface="Maven Pro"/>
              <a:sym typeface="Maven Pro"/>
            </a:endParaRPr>
          </a:p>
          <a:p>
            <a:pPr indent="0" lvl="0" marL="0" rtl="0" algn="l">
              <a:lnSpc>
                <a:spcPct val="150000"/>
              </a:lnSpc>
              <a:spcBef>
                <a:spcPts val="0"/>
              </a:spcBef>
              <a:spcAft>
                <a:spcPts val="0"/>
              </a:spcAft>
              <a:buNone/>
            </a:pPr>
            <a:r>
              <a:t/>
            </a:r>
            <a:endParaRPr sz="1800">
              <a:solidFill>
                <a:schemeClr val="lt1"/>
              </a:solidFill>
              <a:latin typeface="Maven Pro"/>
              <a:ea typeface="Maven Pro"/>
              <a:cs typeface="Maven Pro"/>
              <a:sym typeface="Maven Pro"/>
            </a:endParaRPr>
          </a:p>
        </p:txBody>
      </p:sp>
      <p:grpSp>
        <p:nvGrpSpPr>
          <p:cNvPr id="509" name="Google Shape;509;p53"/>
          <p:cNvGrpSpPr/>
          <p:nvPr/>
        </p:nvGrpSpPr>
        <p:grpSpPr>
          <a:xfrm>
            <a:off x="586575" y="964500"/>
            <a:ext cx="6790884" cy="1032600"/>
            <a:chOff x="586575" y="964500"/>
            <a:chExt cx="6790884" cy="1032600"/>
          </a:xfrm>
        </p:grpSpPr>
        <p:sp>
          <p:nvSpPr>
            <p:cNvPr id="510" name="Google Shape;510;p53"/>
            <p:cNvSpPr txBox="1"/>
            <p:nvPr/>
          </p:nvSpPr>
          <p:spPr>
            <a:xfrm>
              <a:off x="586575" y="1250325"/>
              <a:ext cx="3523800" cy="4575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lt1"/>
                </a:buClr>
                <a:buSzPts val="1800"/>
                <a:buFont typeface="Maven Pro"/>
                <a:buChar char="●"/>
              </a:pPr>
              <a:r>
                <a:rPr b="1" lang="it" sz="1800">
                  <a:solidFill>
                    <a:schemeClr val="lt1"/>
                  </a:solidFill>
                  <a:latin typeface="Maven Pro"/>
                  <a:ea typeface="Maven Pro"/>
                  <a:cs typeface="Maven Pro"/>
                  <a:sym typeface="Maven Pro"/>
                </a:rPr>
                <a:t>The Oracle</a:t>
              </a:r>
              <a:r>
                <a:rPr lang="it" sz="1800">
                  <a:solidFill>
                    <a:schemeClr val="lt1"/>
                  </a:solidFill>
                  <a:latin typeface="Maven Pro"/>
                  <a:ea typeface="Maven Pro"/>
                  <a:cs typeface="Maven Pro"/>
                  <a:sym typeface="Maven Pro"/>
                </a:rPr>
                <a:t>: </a:t>
              </a:r>
              <a:r>
                <a:rPr lang="it" sz="1500">
                  <a:solidFill>
                    <a:schemeClr val="lt1"/>
                  </a:solidFill>
                  <a:latin typeface="Maven Pro"/>
                  <a:ea typeface="Maven Pro"/>
                  <a:cs typeface="Maven Pro"/>
                  <a:sym typeface="Maven Pro"/>
                </a:rPr>
                <a:t>predicting toxicity</a:t>
              </a:r>
              <a:endParaRPr sz="1500">
                <a:solidFill>
                  <a:schemeClr val="lt1"/>
                </a:solidFill>
                <a:latin typeface="Maven Pro"/>
                <a:ea typeface="Maven Pro"/>
                <a:cs typeface="Maven Pro"/>
                <a:sym typeface="Maven Pro"/>
              </a:endParaRPr>
            </a:p>
            <a:p>
              <a:pPr indent="0" lvl="0" marL="0" rtl="0" algn="l">
                <a:lnSpc>
                  <a:spcPct val="150000"/>
                </a:lnSpc>
                <a:spcBef>
                  <a:spcPts val="0"/>
                </a:spcBef>
                <a:spcAft>
                  <a:spcPts val="0"/>
                </a:spcAft>
                <a:buNone/>
              </a:pPr>
              <a:r>
                <a:t/>
              </a:r>
              <a:endParaRPr sz="18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1800">
                <a:solidFill>
                  <a:schemeClr val="lt1"/>
                </a:solidFill>
                <a:latin typeface="Maven Pro"/>
                <a:ea typeface="Maven Pro"/>
                <a:cs typeface="Maven Pro"/>
                <a:sym typeface="Maven Pro"/>
              </a:endParaRPr>
            </a:p>
          </p:txBody>
        </p:sp>
        <p:grpSp>
          <p:nvGrpSpPr>
            <p:cNvPr id="511" name="Google Shape;511;p53"/>
            <p:cNvGrpSpPr/>
            <p:nvPr/>
          </p:nvGrpSpPr>
          <p:grpSpPr>
            <a:xfrm>
              <a:off x="5402648" y="980862"/>
              <a:ext cx="607628" cy="525339"/>
              <a:chOff x="1042974" y="2079600"/>
              <a:chExt cx="974700" cy="842700"/>
            </a:xfrm>
          </p:grpSpPr>
          <p:sp>
            <p:nvSpPr>
              <p:cNvPr id="512" name="Google Shape;512;p53"/>
              <p:cNvSpPr/>
              <p:nvPr/>
            </p:nvSpPr>
            <p:spPr>
              <a:xfrm>
                <a:off x="1042974" y="2079600"/>
                <a:ext cx="974700" cy="842700"/>
              </a:xfrm>
              <a:prstGeom prst="roundRect">
                <a:avLst>
                  <a:gd fmla="val 16667" name="adj"/>
                </a:avLst>
              </a:prstGeom>
              <a:solidFill>
                <a:schemeClr val="lt2"/>
              </a:solidFill>
              <a:ln cap="flat" cmpd="sng" w="11875">
                <a:solidFill>
                  <a:schemeClr val="lt1"/>
                </a:solidFill>
                <a:prstDash val="solid"/>
                <a:round/>
                <a:headEnd len="sm" w="sm" type="none"/>
                <a:tailEnd len="sm" w="sm" type="none"/>
              </a:ln>
            </p:spPr>
            <p:txBody>
              <a:bodyPr anchorCtr="0" anchor="ctr" bIns="57000" lIns="57000" spcFirstLastPara="1" rIns="57000" wrap="square" tIns="57000">
                <a:noAutofit/>
              </a:bodyPr>
              <a:lstStyle/>
              <a:p>
                <a:pPr indent="0" lvl="0" marL="0" rtl="0" algn="ctr">
                  <a:spcBef>
                    <a:spcPts val="0"/>
                  </a:spcBef>
                  <a:spcAft>
                    <a:spcPts val="0"/>
                  </a:spcAft>
                  <a:buNone/>
                </a:pPr>
                <a:r>
                  <a:t/>
                </a:r>
                <a:endParaRPr sz="872">
                  <a:solidFill>
                    <a:schemeClr val="lt1"/>
                  </a:solidFill>
                  <a:latin typeface="Maven Pro"/>
                  <a:ea typeface="Maven Pro"/>
                  <a:cs typeface="Maven Pro"/>
                  <a:sym typeface="Maven Pro"/>
                </a:endParaRPr>
              </a:p>
            </p:txBody>
          </p:sp>
          <p:grpSp>
            <p:nvGrpSpPr>
              <p:cNvPr id="513" name="Google Shape;513;p53"/>
              <p:cNvGrpSpPr/>
              <p:nvPr/>
            </p:nvGrpSpPr>
            <p:grpSpPr>
              <a:xfrm>
                <a:off x="1224916" y="2179630"/>
                <a:ext cx="655771" cy="634986"/>
                <a:chOff x="2235290" y="1712591"/>
                <a:chExt cx="1106600" cy="1071525"/>
              </a:xfrm>
            </p:grpSpPr>
            <p:pic>
              <p:nvPicPr>
                <p:cNvPr id="514" name="Google Shape;514;p53"/>
                <p:cNvPicPr preferRelativeResize="0"/>
                <p:nvPr/>
              </p:nvPicPr>
              <p:blipFill rotWithShape="1">
                <a:blip r:embed="rId4">
                  <a:alphaModFix/>
                </a:blip>
                <a:srcRect b="0" l="0" r="0" t="0"/>
                <a:stretch/>
              </p:blipFill>
              <p:spPr>
                <a:xfrm>
                  <a:off x="2235290" y="2421941"/>
                  <a:ext cx="212200" cy="212225"/>
                </a:xfrm>
                <a:prstGeom prst="rect">
                  <a:avLst/>
                </a:prstGeom>
                <a:noFill/>
                <a:ln>
                  <a:noFill/>
                </a:ln>
              </p:spPr>
            </p:pic>
            <p:pic>
              <p:nvPicPr>
                <p:cNvPr id="515" name="Google Shape;515;p53"/>
                <p:cNvPicPr preferRelativeResize="0"/>
                <p:nvPr/>
              </p:nvPicPr>
              <p:blipFill rotWithShape="1">
                <a:blip r:embed="rId4">
                  <a:alphaModFix/>
                </a:blip>
                <a:srcRect b="0" l="0" r="0" t="0"/>
                <a:stretch/>
              </p:blipFill>
              <p:spPr>
                <a:xfrm>
                  <a:off x="2317490" y="2015291"/>
                  <a:ext cx="212200" cy="212225"/>
                </a:xfrm>
                <a:prstGeom prst="rect">
                  <a:avLst/>
                </a:prstGeom>
                <a:noFill/>
                <a:ln>
                  <a:noFill/>
                </a:ln>
              </p:spPr>
            </p:pic>
            <p:pic>
              <p:nvPicPr>
                <p:cNvPr id="516" name="Google Shape;516;p53"/>
                <p:cNvPicPr preferRelativeResize="0"/>
                <p:nvPr/>
              </p:nvPicPr>
              <p:blipFill rotWithShape="1">
                <a:blip r:embed="rId4">
                  <a:alphaModFix/>
                </a:blip>
                <a:srcRect b="0" l="0" r="0" t="0"/>
                <a:stretch/>
              </p:blipFill>
              <p:spPr>
                <a:xfrm>
                  <a:off x="2682490" y="2571891"/>
                  <a:ext cx="212200" cy="212225"/>
                </a:xfrm>
                <a:prstGeom prst="rect">
                  <a:avLst/>
                </a:prstGeom>
                <a:noFill/>
                <a:ln>
                  <a:noFill/>
                </a:ln>
              </p:spPr>
            </p:pic>
            <p:pic>
              <p:nvPicPr>
                <p:cNvPr id="517" name="Google Shape;517;p53"/>
                <p:cNvPicPr preferRelativeResize="0"/>
                <p:nvPr/>
              </p:nvPicPr>
              <p:blipFill rotWithShape="1">
                <a:blip r:embed="rId4">
                  <a:alphaModFix/>
                </a:blip>
                <a:srcRect b="0" l="0" r="0" t="0"/>
                <a:stretch/>
              </p:blipFill>
              <p:spPr>
                <a:xfrm>
                  <a:off x="2682490" y="1712591"/>
                  <a:ext cx="212200" cy="212225"/>
                </a:xfrm>
                <a:prstGeom prst="rect">
                  <a:avLst/>
                </a:prstGeom>
                <a:noFill/>
                <a:ln>
                  <a:noFill/>
                </a:ln>
              </p:spPr>
            </p:pic>
            <p:pic>
              <p:nvPicPr>
                <p:cNvPr id="518" name="Google Shape;518;p53"/>
                <p:cNvPicPr preferRelativeResize="0"/>
                <p:nvPr/>
              </p:nvPicPr>
              <p:blipFill rotWithShape="1">
                <a:blip r:embed="rId4">
                  <a:alphaModFix/>
                </a:blip>
                <a:srcRect b="0" l="0" r="0" t="0"/>
                <a:stretch/>
              </p:blipFill>
              <p:spPr>
                <a:xfrm>
                  <a:off x="2682490" y="2142241"/>
                  <a:ext cx="212200" cy="212225"/>
                </a:xfrm>
                <a:prstGeom prst="rect">
                  <a:avLst/>
                </a:prstGeom>
                <a:noFill/>
                <a:ln>
                  <a:noFill/>
                </a:ln>
              </p:spPr>
            </p:pic>
            <p:pic>
              <p:nvPicPr>
                <p:cNvPr id="519" name="Google Shape;519;p53"/>
                <p:cNvPicPr preferRelativeResize="0"/>
                <p:nvPr/>
              </p:nvPicPr>
              <p:blipFill rotWithShape="1">
                <a:blip r:embed="rId4">
                  <a:alphaModFix/>
                </a:blip>
                <a:srcRect b="0" l="0" r="0" t="0"/>
                <a:stretch/>
              </p:blipFill>
              <p:spPr>
                <a:xfrm>
                  <a:off x="3129690" y="1889991"/>
                  <a:ext cx="212200" cy="212225"/>
                </a:xfrm>
                <a:prstGeom prst="rect">
                  <a:avLst/>
                </a:prstGeom>
                <a:noFill/>
                <a:ln>
                  <a:noFill/>
                </a:ln>
              </p:spPr>
            </p:pic>
            <p:pic>
              <p:nvPicPr>
                <p:cNvPr id="520" name="Google Shape;520;p53"/>
                <p:cNvPicPr preferRelativeResize="0"/>
                <p:nvPr/>
              </p:nvPicPr>
              <p:blipFill rotWithShape="1">
                <a:blip r:embed="rId4">
                  <a:alphaModFix/>
                </a:blip>
                <a:srcRect b="0" l="0" r="0" t="0"/>
                <a:stretch/>
              </p:blipFill>
              <p:spPr>
                <a:xfrm>
                  <a:off x="3084615" y="2421953"/>
                  <a:ext cx="212200" cy="212225"/>
                </a:xfrm>
                <a:prstGeom prst="rect">
                  <a:avLst/>
                </a:prstGeom>
                <a:noFill/>
                <a:ln>
                  <a:noFill/>
                </a:ln>
              </p:spPr>
            </p:pic>
            <p:cxnSp>
              <p:nvCxnSpPr>
                <p:cNvPr id="521" name="Google Shape;521;p53"/>
                <p:cNvCxnSpPr>
                  <a:stCxn id="515" idx="3"/>
                  <a:endCxn id="518" idx="1"/>
                </p:cNvCxnSpPr>
                <p:nvPr/>
              </p:nvCxnSpPr>
              <p:spPr>
                <a:xfrm>
                  <a:off x="2529690" y="2121403"/>
                  <a:ext cx="152700" cy="126900"/>
                </a:xfrm>
                <a:prstGeom prst="straightConnector1">
                  <a:avLst/>
                </a:prstGeom>
                <a:noFill/>
                <a:ln cap="flat" cmpd="sng" w="3500">
                  <a:solidFill>
                    <a:schemeClr val="lt1"/>
                  </a:solidFill>
                  <a:prstDash val="solid"/>
                  <a:round/>
                  <a:headEnd len="med" w="med" type="none"/>
                  <a:tailEnd len="med" w="med" type="none"/>
                </a:ln>
              </p:spPr>
            </p:cxnSp>
            <p:cxnSp>
              <p:nvCxnSpPr>
                <p:cNvPr id="522" name="Google Shape;522;p53"/>
                <p:cNvCxnSpPr>
                  <a:stCxn id="515" idx="2"/>
                  <a:endCxn id="514" idx="0"/>
                </p:cNvCxnSpPr>
                <p:nvPr/>
              </p:nvCxnSpPr>
              <p:spPr>
                <a:xfrm flipH="1">
                  <a:off x="2341390" y="2227516"/>
                  <a:ext cx="82200" cy="194400"/>
                </a:xfrm>
                <a:prstGeom prst="straightConnector1">
                  <a:avLst/>
                </a:prstGeom>
                <a:noFill/>
                <a:ln cap="flat" cmpd="sng" w="3500">
                  <a:solidFill>
                    <a:schemeClr val="lt1"/>
                  </a:solidFill>
                  <a:prstDash val="solid"/>
                  <a:round/>
                  <a:headEnd len="med" w="med" type="none"/>
                  <a:tailEnd len="med" w="med" type="none"/>
                </a:ln>
              </p:spPr>
            </p:cxnSp>
            <p:cxnSp>
              <p:nvCxnSpPr>
                <p:cNvPr id="523" name="Google Shape;523;p53"/>
                <p:cNvCxnSpPr>
                  <a:stCxn id="518" idx="3"/>
                  <a:endCxn id="519" idx="1"/>
                </p:cNvCxnSpPr>
                <p:nvPr/>
              </p:nvCxnSpPr>
              <p:spPr>
                <a:xfrm flipH="1" rot="10800000">
                  <a:off x="2894690" y="1996053"/>
                  <a:ext cx="234900" cy="252300"/>
                </a:xfrm>
                <a:prstGeom prst="straightConnector1">
                  <a:avLst/>
                </a:prstGeom>
                <a:noFill/>
                <a:ln cap="flat" cmpd="sng" w="3500">
                  <a:solidFill>
                    <a:schemeClr val="lt1"/>
                  </a:solidFill>
                  <a:prstDash val="solid"/>
                  <a:round/>
                  <a:headEnd len="med" w="med" type="none"/>
                  <a:tailEnd len="med" w="med" type="none"/>
                </a:ln>
              </p:spPr>
            </p:cxnSp>
            <p:cxnSp>
              <p:nvCxnSpPr>
                <p:cNvPr id="524" name="Google Shape;524;p53"/>
                <p:cNvCxnSpPr>
                  <a:stCxn id="516" idx="3"/>
                  <a:endCxn id="520" idx="1"/>
                </p:cNvCxnSpPr>
                <p:nvPr/>
              </p:nvCxnSpPr>
              <p:spPr>
                <a:xfrm flipH="1" rot="10800000">
                  <a:off x="2894690" y="2528003"/>
                  <a:ext cx="189900" cy="150000"/>
                </a:xfrm>
                <a:prstGeom prst="straightConnector1">
                  <a:avLst/>
                </a:prstGeom>
                <a:noFill/>
                <a:ln cap="flat" cmpd="sng" w="3500">
                  <a:solidFill>
                    <a:schemeClr val="lt1"/>
                  </a:solidFill>
                  <a:prstDash val="solid"/>
                  <a:round/>
                  <a:headEnd len="med" w="med" type="none"/>
                  <a:tailEnd len="med" w="med" type="none"/>
                </a:ln>
              </p:spPr>
            </p:cxnSp>
            <p:cxnSp>
              <p:nvCxnSpPr>
                <p:cNvPr id="525" name="Google Shape;525;p53"/>
                <p:cNvCxnSpPr>
                  <a:stCxn id="516" idx="0"/>
                  <a:endCxn id="518" idx="2"/>
                </p:cNvCxnSpPr>
                <p:nvPr/>
              </p:nvCxnSpPr>
              <p:spPr>
                <a:xfrm rot="10800000">
                  <a:off x="2788590" y="2354391"/>
                  <a:ext cx="0" cy="217500"/>
                </a:xfrm>
                <a:prstGeom prst="straightConnector1">
                  <a:avLst/>
                </a:prstGeom>
                <a:noFill/>
                <a:ln cap="flat" cmpd="sng" w="3500">
                  <a:solidFill>
                    <a:schemeClr val="lt1"/>
                  </a:solidFill>
                  <a:prstDash val="solid"/>
                  <a:round/>
                  <a:headEnd len="med" w="med" type="none"/>
                  <a:tailEnd len="med" w="med" type="none"/>
                </a:ln>
              </p:spPr>
            </p:cxnSp>
            <p:cxnSp>
              <p:nvCxnSpPr>
                <p:cNvPr id="526" name="Google Shape;526;p53"/>
                <p:cNvCxnSpPr>
                  <a:stCxn id="520" idx="0"/>
                  <a:endCxn id="519" idx="2"/>
                </p:cNvCxnSpPr>
                <p:nvPr/>
              </p:nvCxnSpPr>
              <p:spPr>
                <a:xfrm flipH="1" rot="10800000">
                  <a:off x="3190715" y="2102153"/>
                  <a:ext cx="45000" cy="319800"/>
                </a:xfrm>
                <a:prstGeom prst="straightConnector1">
                  <a:avLst/>
                </a:prstGeom>
                <a:noFill/>
                <a:ln cap="flat" cmpd="sng" w="3500">
                  <a:solidFill>
                    <a:schemeClr val="lt1"/>
                  </a:solidFill>
                  <a:prstDash val="solid"/>
                  <a:round/>
                  <a:headEnd len="med" w="med" type="none"/>
                  <a:tailEnd len="med" w="med" type="none"/>
                </a:ln>
              </p:spPr>
            </p:cxnSp>
            <p:cxnSp>
              <p:nvCxnSpPr>
                <p:cNvPr id="527" name="Google Shape;527;p53"/>
                <p:cNvCxnSpPr>
                  <a:stCxn id="518" idx="0"/>
                  <a:endCxn id="517" idx="2"/>
                </p:cNvCxnSpPr>
                <p:nvPr/>
              </p:nvCxnSpPr>
              <p:spPr>
                <a:xfrm rot="10800000">
                  <a:off x="2788590" y="1924741"/>
                  <a:ext cx="0" cy="217500"/>
                </a:xfrm>
                <a:prstGeom prst="straightConnector1">
                  <a:avLst/>
                </a:prstGeom>
                <a:noFill/>
                <a:ln cap="flat" cmpd="sng" w="3500">
                  <a:solidFill>
                    <a:schemeClr val="lt1"/>
                  </a:solidFill>
                  <a:prstDash val="solid"/>
                  <a:round/>
                  <a:headEnd len="med" w="med" type="none"/>
                  <a:tailEnd len="med" w="med" type="none"/>
                </a:ln>
              </p:spPr>
            </p:cxnSp>
          </p:grpSp>
        </p:grpSp>
        <p:cxnSp>
          <p:nvCxnSpPr>
            <p:cNvPr id="528" name="Google Shape;528;p53"/>
            <p:cNvCxnSpPr>
              <a:stCxn id="512" idx="3"/>
              <a:endCxn id="529" idx="1"/>
            </p:cNvCxnSpPr>
            <p:nvPr/>
          </p:nvCxnSpPr>
          <p:spPr>
            <a:xfrm flipH="1" rot="10800000">
              <a:off x="6010276" y="1242632"/>
              <a:ext cx="496800" cy="900"/>
            </a:xfrm>
            <a:prstGeom prst="straightConnector1">
              <a:avLst/>
            </a:prstGeom>
            <a:noFill/>
            <a:ln cap="flat" cmpd="sng" w="11875">
              <a:solidFill>
                <a:schemeClr val="lt1"/>
              </a:solidFill>
              <a:prstDash val="solid"/>
              <a:round/>
              <a:headEnd len="med" w="med" type="none"/>
              <a:tailEnd len="med" w="med" type="stealth"/>
            </a:ln>
          </p:spPr>
        </p:cxnSp>
        <p:pic>
          <p:nvPicPr>
            <p:cNvPr id="529" name="Google Shape;529;p53" title="equation (3).png"/>
            <p:cNvPicPr preferRelativeResize="0"/>
            <p:nvPr/>
          </p:nvPicPr>
          <p:blipFill>
            <a:blip r:embed="rId5">
              <a:alphaModFix/>
            </a:blip>
            <a:stretch>
              <a:fillRect/>
            </a:stretch>
          </p:blipFill>
          <p:spPr>
            <a:xfrm>
              <a:off x="6507093" y="1127822"/>
              <a:ext cx="502719" cy="229815"/>
            </a:xfrm>
            <a:prstGeom prst="rect">
              <a:avLst/>
            </a:prstGeom>
            <a:noFill/>
            <a:ln>
              <a:noFill/>
            </a:ln>
          </p:spPr>
        </p:pic>
        <p:pic>
          <p:nvPicPr>
            <p:cNvPr id="530" name="Google Shape;530;p53" title="equation (5).png"/>
            <p:cNvPicPr preferRelativeResize="0"/>
            <p:nvPr/>
          </p:nvPicPr>
          <p:blipFill>
            <a:blip r:embed="rId6">
              <a:alphaModFix/>
            </a:blip>
            <a:stretch>
              <a:fillRect/>
            </a:stretch>
          </p:blipFill>
          <p:spPr>
            <a:xfrm>
              <a:off x="4899993" y="1574084"/>
              <a:ext cx="2477465" cy="409037"/>
            </a:xfrm>
            <a:prstGeom prst="rect">
              <a:avLst/>
            </a:prstGeom>
            <a:noFill/>
            <a:ln>
              <a:noFill/>
            </a:ln>
          </p:spPr>
        </p:pic>
        <p:sp>
          <p:nvSpPr>
            <p:cNvPr id="531" name="Google Shape;531;p53"/>
            <p:cNvSpPr/>
            <p:nvPr/>
          </p:nvSpPr>
          <p:spPr>
            <a:xfrm>
              <a:off x="4648200" y="964500"/>
              <a:ext cx="148200" cy="1032600"/>
            </a:xfrm>
            <a:prstGeom prst="leftBrace">
              <a:avLst>
                <a:gd fmla="val 62601" name="adj1"/>
                <a:gd fmla="val 50000" name="adj2"/>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cxnSp>
          <p:nvCxnSpPr>
            <p:cNvPr id="532" name="Google Shape;532;p53"/>
            <p:cNvCxnSpPr>
              <a:stCxn id="510" idx="3"/>
            </p:cNvCxnSpPr>
            <p:nvPr/>
          </p:nvCxnSpPr>
          <p:spPr>
            <a:xfrm>
              <a:off x="4110375" y="1479075"/>
              <a:ext cx="393900" cy="2700"/>
            </a:xfrm>
            <a:prstGeom prst="straightConnector1">
              <a:avLst/>
            </a:prstGeom>
            <a:noFill/>
            <a:ln cap="flat" cmpd="sng" w="19050">
              <a:solidFill>
                <a:schemeClr val="lt1"/>
              </a:solidFill>
              <a:prstDash val="solid"/>
              <a:round/>
              <a:headEnd len="med" w="med" type="none"/>
              <a:tailEnd len="med" w="med" type="stealth"/>
            </a:ln>
          </p:spPr>
        </p:cxnSp>
      </p:grpSp>
      <p:pic>
        <p:nvPicPr>
          <p:cNvPr id="533" name="Google Shape;533;p53" title="equation (6).png"/>
          <p:cNvPicPr preferRelativeResize="0"/>
          <p:nvPr/>
        </p:nvPicPr>
        <p:blipFill>
          <a:blip r:embed="rId7">
            <a:alphaModFix/>
          </a:blip>
          <a:stretch>
            <a:fillRect/>
          </a:stretch>
        </p:blipFill>
        <p:spPr>
          <a:xfrm>
            <a:off x="1146225" y="3408242"/>
            <a:ext cx="3147150" cy="301825"/>
          </a:xfrm>
          <a:prstGeom prst="rect">
            <a:avLst/>
          </a:prstGeom>
          <a:noFill/>
          <a:ln>
            <a:noFill/>
          </a:ln>
        </p:spPr>
      </p:pic>
      <p:grpSp>
        <p:nvGrpSpPr>
          <p:cNvPr id="534" name="Google Shape;534;p53"/>
          <p:cNvGrpSpPr/>
          <p:nvPr/>
        </p:nvGrpSpPr>
        <p:grpSpPr>
          <a:xfrm>
            <a:off x="5310025" y="2279995"/>
            <a:ext cx="3382500" cy="1137255"/>
            <a:chOff x="5310025" y="2279995"/>
            <a:chExt cx="3382500" cy="1137255"/>
          </a:xfrm>
        </p:grpSpPr>
        <p:sp>
          <p:nvSpPr>
            <p:cNvPr id="535" name="Google Shape;535;p53"/>
            <p:cNvSpPr/>
            <p:nvPr/>
          </p:nvSpPr>
          <p:spPr>
            <a:xfrm>
              <a:off x="5310025" y="2300050"/>
              <a:ext cx="3382500" cy="1117200"/>
            </a:xfrm>
            <a:prstGeom prst="roundRect">
              <a:avLst>
                <a:gd fmla="val 16667"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pic>
          <p:nvPicPr>
            <p:cNvPr id="536" name="Google Shape;536;p53" title="equation (7).png"/>
            <p:cNvPicPr preferRelativeResize="0"/>
            <p:nvPr/>
          </p:nvPicPr>
          <p:blipFill>
            <a:blip r:embed="rId8">
              <a:alphaModFix/>
            </a:blip>
            <a:stretch>
              <a:fillRect/>
            </a:stretch>
          </p:blipFill>
          <p:spPr>
            <a:xfrm>
              <a:off x="5408700" y="2751350"/>
              <a:ext cx="3121043" cy="525300"/>
            </a:xfrm>
            <a:prstGeom prst="rect">
              <a:avLst/>
            </a:prstGeom>
            <a:noFill/>
            <a:ln>
              <a:noFill/>
            </a:ln>
          </p:spPr>
        </p:pic>
        <p:sp>
          <p:nvSpPr>
            <p:cNvPr id="537" name="Google Shape;537;p53"/>
            <p:cNvSpPr txBox="1"/>
            <p:nvPr/>
          </p:nvSpPr>
          <p:spPr>
            <a:xfrm>
              <a:off x="5332000" y="2279995"/>
              <a:ext cx="2827500" cy="42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lt1"/>
                  </a:solidFill>
                  <a:latin typeface="Maven Pro"/>
                  <a:ea typeface="Maven Pro"/>
                  <a:cs typeface="Maven Pro"/>
                  <a:sym typeface="Maven Pro"/>
                </a:rPr>
                <a:t>our choice: </a:t>
              </a:r>
              <a:r>
                <a:rPr b="1" lang="it" sz="1800">
                  <a:solidFill>
                    <a:schemeClr val="lt1"/>
                  </a:solidFill>
                  <a:latin typeface="Maven Pro"/>
                  <a:ea typeface="Maven Pro"/>
                  <a:cs typeface="Maven Pro"/>
                  <a:sym typeface="Maven Pro"/>
                </a:rPr>
                <a:t>GINEConv</a:t>
              </a:r>
              <a:endParaRPr b="1" sz="1800">
                <a:solidFill>
                  <a:schemeClr val="lt1"/>
                </a:solidFill>
                <a:latin typeface="Maven Pro"/>
                <a:ea typeface="Maven Pro"/>
                <a:cs typeface="Maven Pro"/>
                <a:sym typeface="Maven Pro"/>
              </a:endParaRPr>
            </a:p>
          </p:txBody>
        </p:sp>
      </p:grpSp>
      <p:grpSp>
        <p:nvGrpSpPr>
          <p:cNvPr id="538" name="Google Shape;538;p53"/>
          <p:cNvGrpSpPr/>
          <p:nvPr/>
        </p:nvGrpSpPr>
        <p:grpSpPr>
          <a:xfrm>
            <a:off x="5027700" y="3417250"/>
            <a:ext cx="1973575" cy="1433000"/>
            <a:chOff x="5027700" y="3417250"/>
            <a:chExt cx="1973575" cy="1433000"/>
          </a:xfrm>
        </p:grpSpPr>
        <p:sp>
          <p:nvSpPr>
            <p:cNvPr id="539" name="Google Shape;539;p53"/>
            <p:cNvSpPr/>
            <p:nvPr/>
          </p:nvSpPr>
          <p:spPr>
            <a:xfrm>
              <a:off x="5120100" y="3733050"/>
              <a:ext cx="1142700" cy="1117200"/>
            </a:xfrm>
            <a:prstGeom prst="roundRect">
              <a:avLst>
                <a:gd fmla="val 16667"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540" name="Google Shape;540;p53"/>
            <p:cNvSpPr txBox="1"/>
            <p:nvPr/>
          </p:nvSpPr>
          <p:spPr>
            <a:xfrm>
              <a:off x="5027700" y="3688800"/>
              <a:ext cx="1327500" cy="1161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chemeClr val="lt1"/>
                  </a:solidFill>
                  <a:latin typeface="Maven Pro"/>
                  <a:ea typeface="Maven Pro"/>
                  <a:cs typeface="Maven Pro"/>
                  <a:sym typeface="Maven Pro"/>
                </a:rPr>
                <a:t>MLP</a:t>
              </a:r>
              <a:endParaRPr b="1" sz="1500">
                <a:solidFill>
                  <a:schemeClr val="lt1"/>
                </a:solidFill>
                <a:latin typeface="Maven Pro"/>
                <a:ea typeface="Maven Pro"/>
                <a:cs typeface="Maven Pro"/>
                <a:sym typeface="Maven Pro"/>
              </a:endParaRPr>
            </a:p>
            <a:p>
              <a:pPr indent="0" lvl="0" marL="0" rtl="0" algn="ctr">
                <a:spcBef>
                  <a:spcPts val="0"/>
                </a:spcBef>
                <a:spcAft>
                  <a:spcPts val="0"/>
                </a:spcAft>
                <a:buNone/>
              </a:pPr>
              <a:r>
                <a:rPr lang="it" sz="1500">
                  <a:solidFill>
                    <a:schemeClr val="lt1"/>
                  </a:solidFill>
                  <a:latin typeface="Maven Pro"/>
                  <a:ea typeface="Maven Pro"/>
                  <a:cs typeface="Maven Pro"/>
                  <a:sym typeface="Maven Pro"/>
                </a:rPr>
                <a:t>+</a:t>
              </a:r>
              <a:endParaRPr sz="1500">
                <a:solidFill>
                  <a:schemeClr val="lt1"/>
                </a:solidFill>
                <a:latin typeface="Maven Pro"/>
                <a:ea typeface="Maven Pro"/>
                <a:cs typeface="Maven Pro"/>
                <a:sym typeface="Maven Pro"/>
              </a:endParaRPr>
            </a:p>
            <a:p>
              <a:pPr indent="0" lvl="0" marL="0" rtl="0" algn="ctr">
                <a:spcBef>
                  <a:spcPts val="0"/>
                </a:spcBef>
                <a:spcAft>
                  <a:spcPts val="0"/>
                </a:spcAft>
                <a:buNone/>
              </a:pPr>
              <a:r>
                <a:rPr lang="it" sz="1300">
                  <a:solidFill>
                    <a:schemeClr val="lt1"/>
                  </a:solidFill>
                  <a:latin typeface="Maven Pro"/>
                  <a:ea typeface="Maven Pro"/>
                  <a:cs typeface="Maven Pro"/>
                  <a:sym typeface="Maven Pro"/>
                </a:rPr>
                <a:t>Weisfeiler Lehman</a:t>
              </a:r>
              <a:endParaRPr sz="1300">
                <a:solidFill>
                  <a:schemeClr val="lt1"/>
                </a:solidFill>
                <a:latin typeface="Maven Pro"/>
                <a:ea typeface="Maven Pro"/>
                <a:cs typeface="Maven Pro"/>
                <a:sym typeface="Maven Pro"/>
              </a:endParaRPr>
            </a:p>
          </p:txBody>
        </p:sp>
        <p:cxnSp>
          <p:nvCxnSpPr>
            <p:cNvPr id="541" name="Google Shape;541;p53"/>
            <p:cNvCxnSpPr>
              <a:stCxn id="535" idx="2"/>
              <a:endCxn id="540" idx="0"/>
            </p:cNvCxnSpPr>
            <p:nvPr/>
          </p:nvCxnSpPr>
          <p:spPr>
            <a:xfrm rot="5400000">
              <a:off x="6210625" y="2898100"/>
              <a:ext cx="271500" cy="1309800"/>
            </a:xfrm>
            <a:prstGeom prst="curvedConnector3">
              <a:avLst>
                <a:gd fmla="val 50009" name="adj1"/>
              </a:avLst>
            </a:prstGeom>
            <a:noFill/>
            <a:ln cap="flat" cmpd="sng" w="9525">
              <a:solidFill>
                <a:schemeClr val="lt1"/>
              </a:solidFill>
              <a:prstDash val="solid"/>
              <a:round/>
              <a:headEnd len="med" w="med" type="none"/>
              <a:tailEnd len="med" w="med" type="stealth"/>
            </a:ln>
          </p:spPr>
        </p:cxnSp>
      </p:grpSp>
      <p:grpSp>
        <p:nvGrpSpPr>
          <p:cNvPr id="542" name="Google Shape;542;p53"/>
          <p:cNvGrpSpPr/>
          <p:nvPr/>
        </p:nvGrpSpPr>
        <p:grpSpPr>
          <a:xfrm>
            <a:off x="7001275" y="3417250"/>
            <a:ext cx="1812300" cy="924500"/>
            <a:chOff x="7001275" y="3417250"/>
            <a:chExt cx="1812300" cy="924500"/>
          </a:xfrm>
        </p:grpSpPr>
        <p:sp>
          <p:nvSpPr>
            <p:cNvPr id="543" name="Google Shape;543;p53"/>
            <p:cNvSpPr/>
            <p:nvPr/>
          </p:nvSpPr>
          <p:spPr>
            <a:xfrm>
              <a:off x="7859275" y="3733050"/>
              <a:ext cx="954300" cy="608700"/>
            </a:xfrm>
            <a:prstGeom prst="roundRect">
              <a:avLst>
                <a:gd fmla="val 16667"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544" name="Google Shape;544;p53"/>
            <p:cNvSpPr txBox="1"/>
            <p:nvPr/>
          </p:nvSpPr>
          <p:spPr>
            <a:xfrm>
              <a:off x="7814275" y="3761400"/>
              <a:ext cx="999300" cy="52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300">
                  <a:solidFill>
                    <a:schemeClr val="lt1"/>
                  </a:solidFill>
                  <a:latin typeface="Maven Pro"/>
                  <a:ea typeface="Maven Pro"/>
                  <a:cs typeface="Maven Pro"/>
                  <a:sym typeface="Maven Pro"/>
                </a:rPr>
                <a:t>“Agent Friendly”</a:t>
              </a:r>
              <a:endParaRPr sz="1300">
                <a:solidFill>
                  <a:schemeClr val="lt1"/>
                </a:solidFill>
                <a:latin typeface="Maven Pro"/>
                <a:ea typeface="Maven Pro"/>
                <a:cs typeface="Maven Pro"/>
                <a:sym typeface="Maven Pro"/>
              </a:endParaRPr>
            </a:p>
          </p:txBody>
        </p:sp>
        <p:cxnSp>
          <p:nvCxnSpPr>
            <p:cNvPr id="545" name="Google Shape;545;p53"/>
            <p:cNvCxnSpPr>
              <a:stCxn id="535" idx="2"/>
              <a:endCxn id="544" idx="0"/>
            </p:cNvCxnSpPr>
            <p:nvPr/>
          </p:nvCxnSpPr>
          <p:spPr>
            <a:xfrm flipH="1" rot="-5400000">
              <a:off x="7485625" y="2932900"/>
              <a:ext cx="344100" cy="1312800"/>
            </a:xfrm>
            <a:prstGeom prst="curvedConnector3">
              <a:avLst>
                <a:gd fmla="val 50007" name="adj1"/>
              </a:avLst>
            </a:prstGeom>
            <a:noFill/>
            <a:ln cap="flat" cmpd="sng" w="9525">
              <a:solidFill>
                <a:schemeClr val="lt1"/>
              </a:solidFill>
              <a:prstDash val="solid"/>
              <a:round/>
              <a:headEnd len="med" w="med" type="none"/>
              <a:tailEnd len="med" w="med" type="stealth"/>
            </a:ln>
          </p:spPr>
        </p:cxnSp>
      </p:grpSp>
      <p:grpSp>
        <p:nvGrpSpPr>
          <p:cNvPr id="546" name="Google Shape;546;p53"/>
          <p:cNvGrpSpPr/>
          <p:nvPr/>
        </p:nvGrpSpPr>
        <p:grpSpPr>
          <a:xfrm>
            <a:off x="6452725" y="3417250"/>
            <a:ext cx="1142700" cy="991700"/>
            <a:chOff x="6452725" y="3417250"/>
            <a:chExt cx="1142700" cy="991700"/>
          </a:xfrm>
        </p:grpSpPr>
        <p:sp>
          <p:nvSpPr>
            <p:cNvPr id="547" name="Google Shape;547;p53"/>
            <p:cNvSpPr/>
            <p:nvPr/>
          </p:nvSpPr>
          <p:spPr>
            <a:xfrm>
              <a:off x="6509775" y="3710850"/>
              <a:ext cx="1042800" cy="698100"/>
            </a:xfrm>
            <a:prstGeom prst="roundRect">
              <a:avLst>
                <a:gd fmla="val 16667"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548" name="Google Shape;548;p53"/>
            <p:cNvSpPr txBox="1"/>
            <p:nvPr/>
          </p:nvSpPr>
          <p:spPr>
            <a:xfrm>
              <a:off x="6452725" y="3733800"/>
              <a:ext cx="1142700" cy="60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500">
                  <a:solidFill>
                    <a:schemeClr val="lt1"/>
                  </a:solidFill>
                  <a:latin typeface="Maven Pro"/>
                  <a:ea typeface="Maven Pro"/>
                  <a:cs typeface="Maven Pro"/>
                  <a:sym typeface="Maven Pro"/>
                </a:rPr>
                <a:t>including</a:t>
              </a:r>
              <a:endParaRPr sz="1500">
                <a:solidFill>
                  <a:schemeClr val="lt1"/>
                </a:solidFill>
                <a:latin typeface="Maven Pro"/>
                <a:ea typeface="Maven Pro"/>
                <a:cs typeface="Maven Pro"/>
                <a:sym typeface="Maven Pro"/>
              </a:endParaRPr>
            </a:p>
            <a:p>
              <a:pPr indent="0" lvl="0" marL="0" rtl="0" algn="ctr">
                <a:spcBef>
                  <a:spcPts val="0"/>
                </a:spcBef>
                <a:spcAft>
                  <a:spcPts val="0"/>
                </a:spcAft>
                <a:buNone/>
              </a:pPr>
              <a:r>
                <a:rPr lang="it" sz="1500">
                  <a:solidFill>
                    <a:schemeClr val="lt1"/>
                  </a:solidFill>
                  <a:latin typeface="Maven Pro"/>
                  <a:ea typeface="Maven Pro"/>
                  <a:cs typeface="Maven Pro"/>
                  <a:sym typeface="Maven Pro"/>
                </a:rPr>
                <a:t>edges</a:t>
              </a:r>
              <a:endParaRPr sz="1500">
                <a:solidFill>
                  <a:schemeClr val="lt1"/>
                </a:solidFill>
                <a:latin typeface="Maven Pro"/>
                <a:ea typeface="Maven Pro"/>
                <a:cs typeface="Maven Pro"/>
                <a:sym typeface="Maven Pro"/>
              </a:endParaRPr>
            </a:p>
          </p:txBody>
        </p:sp>
        <p:cxnSp>
          <p:nvCxnSpPr>
            <p:cNvPr id="549" name="Google Shape;549;p53"/>
            <p:cNvCxnSpPr>
              <a:stCxn id="535" idx="2"/>
              <a:endCxn id="547" idx="0"/>
            </p:cNvCxnSpPr>
            <p:nvPr/>
          </p:nvCxnSpPr>
          <p:spPr>
            <a:xfrm flipH="1" rot="-5400000">
              <a:off x="6869425" y="3549100"/>
              <a:ext cx="293700" cy="30000"/>
            </a:xfrm>
            <a:prstGeom prst="curvedConnector3">
              <a:avLst>
                <a:gd fmla="val 49983" name="adj1"/>
              </a:avLst>
            </a:prstGeom>
            <a:noFill/>
            <a:ln cap="flat" cmpd="sng" w="9525">
              <a:solidFill>
                <a:schemeClr val="lt1"/>
              </a:solidFill>
              <a:prstDash val="solid"/>
              <a:round/>
              <a:headEnd len="med" w="med" type="none"/>
              <a:tailEnd len="med" w="med" type="stealth"/>
            </a:ln>
          </p:spPr>
        </p:cxnSp>
      </p:grpSp>
      <p:sp>
        <p:nvSpPr>
          <p:cNvPr id="550" name="Google Shape;550;p53"/>
          <p:cNvSpPr txBox="1"/>
          <p:nvPr/>
        </p:nvSpPr>
        <p:spPr>
          <a:xfrm>
            <a:off x="607500" y="3795000"/>
            <a:ext cx="3927000" cy="7875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lt1"/>
              </a:buClr>
              <a:buSzPts val="1800"/>
              <a:buFont typeface="Maven Pro"/>
              <a:buChar char="●"/>
            </a:pPr>
            <a:r>
              <a:rPr lang="it" sz="1800">
                <a:solidFill>
                  <a:schemeClr val="lt1"/>
                </a:solidFill>
                <a:latin typeface="Maven Pro"/>
                <a:ea typeface="Maven Pro"/>
                <a:cs typeface="Maven Pro"/>
                <a:sym typeface="Maven Pro"/>
              </a:rPr>
              <a:t>Learns high-D representations</a:t>
            </a:r>
            <a:endParaRPr sz="1800">
              <a:solidFill>
                <a:schemeClr val="lt1"/>
              </a:solidFill>
              <a:latin typeface="Maven Pro"/>
              <a:ea typeface="Maven Pro"/>
              <a:cs typeface="Maven Pro"/>
              <a:sym typeface="Maven Pro"/>
            </a:endParaRPr>
          </a:p>
          <a:p>
            <a:pPr indent="-342900" lvl="0" marL="457200" rtl="0" algn="l">
              <a:lnSpc>
                <a:spcPct val="150000"/>
              </a:lnSpc>
              <a:spcBef>
                <a:spcPts val="0"/>
              </a:spcBef>
              <a:spcAft>
                <a:spcPts val="0"/>
              </a:spcAft>
              <a:buClr>
                <a:schemeClr val="lt1"/>
              </a:buClr>
              <a:buSzPts val="1800"/>
              <a:buFont typeface="Maven Pro"/>
              <a:buChar char="●"/>
            </a:pPr>
            <a:r>
              <a:rPr lang="it" sz="1800">
                <a:solidFill>
                  <a:schemeClr val="lt1"/>
                </a:solidFill>
                <a:latin typeface="Maven Pro"/>
                <a:ea typeface="Maven Pro"/>
                <a:cs typeface="Maven Pro"/>
                <a:sym typeface="Maven Pro"/>
              </a:rPr>
              <a:t>Outputs continuous distribution</a:t>
            </a:r>
            <a:endParaRPr sz="1800">
              <a:solidFill>
                <a:schemeClr val="lt1"/>
              </a:solidFill>
              <a:latin typeface="Maven Pro"/>
              <a:ea typeface="Maven Pro"/>
              <a:cs typeface="Maven Pro"/>
              <a:sym typeface="Maven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id="555" name="Google Shape;555;p54"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sp>
        <p:nvSpPr>
          <p:cNvPr id="556" name="Google Shape;556;p5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DGN</a:t>
            </a:r>
            <a:r>
              <a:rPr lang="it">
                <a:latin typeface="Montserrat"/>
                <a:ea typeface="Montserrat"/>
                <a:cs typeface="Montserrat"/>
                <a:sym typeface="Montserrat"/>
              </a:rPr>
              <a:t> - Reading TOX21</a:t>
            </a:r>
            <a:endParaRPr>
              <a:latin typeface="Montserrat"/>
              <a:ea typeface="Montserrat"/>
              <a:cs typeface="Montserrat"/>
              <a:sym typeface="Montserrat"/>
            </a:endParaRPr>
          </a:p>
        </p:txBody>
      </p:sp>
      <p:grpSp>
        <p:nvGrpSpPr>
          <p:cNvPr id="557" name="Google Shape;557;p54"/>
          <p:cNvGrpSpPr/>
          <p:nvPr/>
        </p:nvGrpSpPr>
        <p:grpSpPr>
          <a:xfrm>
            <a:off x="6944716" y="2813274"/>
            <a:ext cx="1031749" cy="531798"/>
            <a:chOff x="424200" y="1925636"/>
            <a:chExt cx="1342200" cy="2604300"/>
          </a:xfrm>
        </p:grpSpPr>
        <p:sp>
          <p:nvSpPr>
            <p:cNvPr id="558" name="Google Shape;558;p54"/>
            <p:cNvSpPr/>
            <p:nvPr/>
          </p:nvSpPr>
          <p:spPr>
            <a:xfrm>
              <a:off x="424200" y="1925636"/>
              <a:ext cx="1342200" cy="2604300"/>
            </a:xfrm>
            <a:prstGeom prst="roundRect">
              <a:avLst>
                <a:gd fmla="val 16667"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ven Pro"/>
                <a:ea typeface="Maven Pro"/>
                <a:cs typeface="Maven Pro"/>
                <a:sym typeface="Maven Pro"/>
              </a:endParaRPr>
            </a:p>
          </p:txBody>
        </p:sp>
        <p:sp>
          <p:nvSpPr>
            <p:cNvPr id="559" name="Google Shape;559;p54"/>
            <p:cNvSpPr txBox="1"/>
            <p:nvPr/>
          </p:nvSpPr>
          <p:spPr>
            <a:xfrm>
              <a:off x="481745" y="2616535"/>
              <a:ext cx="1226100" cy="132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chemeClr val="accent2"/>
                  </a:solidFill>
                  <a:latin typeface="Maven Pro"/>
                  <a:ea typeface="Maven Pro"/>
                  <a:cs typeface="Maven Pro"/>
                  <a:sym typeface="Maven Pro"/>
                </a:rPr>
                <a:t>INPUTS</a:t>
              </a:r>
              <a:endParaRPr b="1" sz="1500">
                <a:solidFill>
                  <a:schemeClr val="accent2"/>
                </a:solidFill>
                <a:latin typeface="Maven Pro"/>
                <a:ea typeface="Maven Pro"/>
                <a:cs typeface="Maven Pro"/>
                <a:sym typeface="Maven Pro"/>
              </a:endParaRPr>
            </a:p>
          </p:txBody>
        </p:sp>
      </p:grpSp>
      <p:grpSp>
        <p:nvGrpSpPr>
          <p:cNvPr id="560" name="Google Shape;560;p54"/>
          <p:cNvGrpSpPr/>
          <p:nvPr/>
        </p:nvGrpSpPr>
        <p:grpSpPr>
          <a:xfrm>
            <a:off x="5189700" y="1674150"/>
            <a:ext cx="2271000" cy="1139150"/>
            <a:chOff x="5189700" y="1674150"/>
            <a:chExt cx="2271000" cy="1139150"/>
          </a:xfrm>
        </p:grpSpPr>
        <p:sp>
          <p:nvSpPr>
            <p:cNvPr id="561" name="Google Shape;561;p54"/>
            <p:cNvSpPr txBox="1"/>
            <p:nvPr/>
          </p:nvSpPr>
          <p:spPr>
            <a:xfrm>
              <a:off x="5639700" y="2135150"/>
              <a:ext cx="780300" cy="38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solidFill>
                    <a:schemeClr val="lt1"/>
                  </a:solidFill>
                  <a:latin typeface="Maven Pro"/>
                  <a:ea typeface="Maven Pro"/>
                  <a:cs typeface="Maven Pro"/>
                  <a:sym typeface="Maven Pro"/>
                </a:rPr>
                <a:t>DATA</a:t>
              </a:r>
              <a:endParaRPr sz="1800">
                <a:solidFill>
                  <a:schemeClr val="lt1"/>
                </a:solidFill>
                <a:latin typeface="Maven Pro"/>
                <a:ea typeface="Maven Pro"/>
                <a:cs typeface="Maven Pro"/>
                <a:sym typeface="Maven Pro"/>
              </a:endParaRPr>
            </a:p>
          </p:txBody>
        </p:sp>
        <p:cxnSp>
          <p:nvCxnSpPr>
            <p:cNvPr id="562" name="Google Shape;562;p54"/>
            <p:cNvCxnSpPr>
              <a:stCxn id="563" idx="3"/>
              <a:endCxn id="561" idx="0"/>
            </p:cNvCxnSpPr>
            <p:nvPr/>
          </p:nvCxnSpPr>
          <p:spPr>
            <a:xfrm>
              <a:off x="5199600" y="1674150"/>
              <a:ext cx="830400" cy="461100"/>
            </a:xfrm>
            <a:prstGeom prst="curvedConnector2">
              <a:avLst/>
            </a:prstGeom>
            <a:noFill/>
            <a:ln cap="flat" cmpd="sng" w="19050">
              <a:solidFill>
                <a:schemeClr val="dk2"/>
              </a:solidFill>
              <a:prstDash val="solid"/>
              <a:round/>
              <a:headEnd len="med" w="med" type="none"/>
              <a:tailEnd len="med" w="med" type="stealth"/>
            </a:ln>
          </p:spPr>
        </p:cxnSp>
        <p:cxnSp>
          <p:nvCxnSpPr>
            <p:cNvPr id="564" name="Google Shape;564;p54"/>
            <p:cNvCxnSpPr>
              <a:stCxn id="565" idx="3"/>
              <a:endCxn id="561" idx="2"/>
            </p:cNvCxnSpPr>
            <p:nvPr/>
          </p:nvCxnSpPr>
          <p:spPr>
            <a:xfrm flipH="1" rot="10800000">
              <a:off x="5189700" y="2517750"/>
              <a:ext cx="840300" cy="160200"/>
            </a:xfrm>
            <a:prstGeom prst="curvedConnector2">
              <a:avLst/>
            </a:prstGeom>
            <a:noFill/>
            <a:ln cap="flat" cmpd="sng" w="19050">
              <a:solidFill>
                <a:schemeClr val="dk2"/>
              </a:solidFill>
              <a:prstDash val="solid"/>
              <a:round/>
              <a:headEnd len="med" w="med" type="none"/>
              <a:tailEnd len="med" w="med" type="stealth"/>
            </a:ln>
          </p:spPr>
        </p:cxnSp>
        <p:cxnSp>
          <p:nvCxnSpPr>
            <p:cNvPr id="566" name="Google Shape;566;p54"/>
            <p:cNvCxnSpPr>
              <a:stCxn id="561" idx="3"/>
              <a:endCxn id="558" idx="0"/>
            </p:cNvCxnSpPr>
            <p:nvPr/>
          </p:nvCxnSpPr>
          <p:spPr>
            <a:xfrm>
              <a:off x="6420000" y="2326400"/>
              <a:ext cx="1040700" cy="486900"/>
            </a:xfrm>
            <a:prstGeom prst="curvedConnector2">
              <a:avLst/>
            </a:prstGeom>
            <a:noFill/>
            <a:ln cap="flat" cmpd="sng" w="19050">
              <a:solidFill>
                <a:schemeClr val="dk2"/>
              </a:solidFill>
              <a:prstDash val="solid"/>
              <a:round/>
              <a:headEnd len="med" w="med" type="none"/>
              <a:tailEnd len="med" w="med" type="stealth"/>
            </a:ln>
          </p:spPr>
        </p:cxnSp>
      </p:grpSp>
      <p:grpSp>
        <p:nvGrpSpPr>
          <p:cNvPr id="567" name="Google Shape;567;p54"/>
          <p:cNvGrpSpPr/>
          <p:nvPr/>
        </p:nvGrpSpPr>
        <p:grpSpPr>
          <a:xfrm>
            <a:off x="3489900" y="1307850"/>
            <a:ext cx="1709700" cy="1674450"/>
            <a:chOff x="3489900" y="1307850"/>
            <a:chExt cx="1709700" cy="1674450"/>
          </a:xfrm>
        </p:grpSpPr>
        <p:sp>
          <p:nvSpPr>
            <p:cNvPr id="563" name="Google Shape;563;p54"/>
            <p:cNvSpPr/>
            <p:nvPr/>
          </p:nvSpPr>
          <p:spPr>
            <a:xfrm>
              <a:off x="4097100" y="1319700"/>
              <a:ext cx="1102500" cy="7089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565" name="Google Shape;565;p54"/>
            <p:cNvSpPr/>
            <p:nvPr/>
          </p:nvSpPr>
          <p:spPr>
            <a:xfrm>
              <a:off x="4087200" y="2373600"/>
              <a:ext cx="1102500" cy="608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cxnSp>
          <p:nvCxnSpPr>
            <p:cNvPr id="568" name="Google Shape;568;p54"/>
            <p:cNvCxnSpPr>
              <a:stCxn id="569" idx="3"/>
              <a:endCxn id="563" idx="1"/>
            </p:cNvCxnSpPr>
            <p:nvPr/>
          </p:nvCxnSpPr>
          <p:spPr>
            <a:xfrm flipH="1" rot="10800000">
              <a:off x="3489900" y="1674150"/>
              <a:ext cx="607200" cy="617100"/>
            </a:xfrm>
            <a:prstGeom prst="curvedConnector3">
              <a:avLst>
                <a:gd fmla="val 50000" name="adj1"/>
              </a:avLst>
            </a:prstGeom>
            <a:noFill/>
            <a:ln cap="flat" cmpd="sng" w="19050">
              <a:solidFill>
                <a:schemeClr val="dk2"/>
              </a:solidFill>
              <a:prstDash val="solid"/>
              <a:round/>
              <a:headEnd len="med" w="med" type="none"/>
              <a:tailEnd len="med" w="med" type="stealth"/>
            </a:ln>
          </p:spPr>
        </p:cxnSp>
        <p:cxnSp>
          <p:nvCxnSpPr>
            <p:cNvPr id="570" name="Google Shape;570;p54"/>
            <p:cNvCxnSpPr>
              <a:stCxn id="569" idx="3"/>
              <a:endCxn id="565" idx="1"/>
            </p:cNvCxnSpPr>
            <p:nvPr/>
          </p:nvCxnSpPr>
          <p:spPr>
            <a:xfrm>
              <a:off x="3489900" y="2291250"/>
              <a:ext cx="597300" cy="386700"/>
            </a:xfrm>
            <a:prstGeom prst="curvedConnector3">
              <a:avLst>
                <a:gd fmla="val 50000" name="adj1"/>
              </a:avLst>
            </a:prstGeom>
            <a:noFill/>
            <a:ln cap="flat" cmpd="sng" w="19050">
              <a:solidFill>
                <a:schemeClr val="dk2"/>
              </a:solidFill>
              <a:prstDash val="solid"/>
              <a:round/>
              <a:headEnd len="med" w="med" type="none"/>
              <a:tailEnd len="med" w="med" type="stealth"/>
            </a:ln>
          </p:spPr>
        </p:cxnSp>
        <p:sp>
          <p:nvSpPr>
            <p:cNvPr id="571" name="Google Shape;571;p54"/>
            <p:cNvSpPr txBox="1"/>
            <p:nvPr/>
          </p:nvSpPr>
          <p:spPr>
            <a:xfrm>
              <a:off x="4165500" y="1307850"/>
              <a:ext cx="965700" cy="70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300">
                  <a:solidFill>
                    <a:schemeClr val="lt1"/>
                  </a:solidFill>
                  <a:latin typeface="Maven Pro"/>
                  <a:ea typeface="Maven Pro"/>
                  <a:cs typeface="Maven Pro"/>
                  <a:sym typeface="Maven Pro"/>
                </a:rPr>
                <a:t>Nodes</a:t>
              </a:r>
              <a:endParaRPr b="1" sz="1300">
                <a:solidFill>
                  <a:schemeClr val="lt1"/>
                </a:solidFill>
                <a:latin typeface="Maven Pro"/>
                <a:ea typeface="Maven Pro"/>
                <a:cs typeface="Maven Pro"/>
                <a:sym typeface="Maven Pro"/>
              </a:endParaRPr>
            </a:p>
            <a:p>
              <a:pPr indent="0" lvl="0" marL="0" rtl="0" algn="ctr">
                <a:spcBef>
                  <a:spcPts val="0"/>
                </a:spcBef>
                <a:spcAft>
                  <a:spcPts val="0"/>
                </a:spcAft>
                <a:buNone/>
              </a:pPr>
              <a:r>
                <a:rPr lang="it" sz="1300">
                  <a:solidFill>
                    <a:schemeClr val="lt1"/>
                  </a:solidFill>
                  <a:latin typeface="Maven Pro"/>
                  <a:ea typeface="Maven Pro"/>
                  <a:cs typeface="Maven Pro"/>
                  <a:sym typeface="Maven Pro"/>
                </a:rPr>
                <a:t>88 features</a:t>
              </a:r>
              <a:endParaRPr sz="1300">
                <a:solidFill>
                  <a:schemeClr val="lt1"/>
                </a:solidFill>
                <a:latin typeface="Maven Pro"/>
                <a:ea typeface="Maven Pro"/>
                <a:cs typeface="Maven Pro"/>
                <a:sym typeface="Maven Pro"/>
              </a:endParaRPr>
            </a:p>
          </p:txBody>
        </p:sp>
        <p:sp>
          <p:nvSpPr>
            <p:cNvPr id="572" name="Google Shape;572;p54"/>
            <p:cNvSpPr txBox="1"/>
            <p:nvPr/>
          </p:nvSpPr>
          <p:spPr>
            <a:xfrm>
              <a:off x="4119600" y="2386200"/>
              <a:ext cx="1024200" cy="56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300">
                  <a:solidFill>
                    <a:schemeClr val="lt1"/>
                  </a:solidFill>
                  <a:latin typeface="Maven Pro"/>
                  <a:ea typeface="Maven Pro"/>
                  <a:cs typeface="Maven Pro"/>
                  <a:sym typeface="Maven Pro"/>
                </a:rPr>
                <a:t>Edges</a:t>
              </a:r>
              <a:endParaRPr b="1" sz="1300">
                <a:solidFill>
                  <a:schemeClr val="lt1"/>
                </a:solidFill>
                <a:latin typeface="Maven Pro"/>
                <a:ea typeface="Maven Pro"/>
                <a:cs typeface="Maven Pro"/>
                <a:sym typeface="Maven Pro"/>
              </a:endParaRPr>
            </a:p>
            <a:p>
              <a:pPr indent="0" lvl="0" marL="0" rtl="0" algn="ctr">
                <a:spcBef>
                  <a:spcPts val="0"/>
                </a:spcBef>
                <a:spcAft>
                  <a:spcPts val="0"/>
                </a:spcAft>
                <a:buNone/>
              </a:pPr>
              <a:r>
                <a:rPr lang="it" sz="1300">
                  <a:solidFill>
                    <a:schemeClr val="lt1"/>
                  </a:solidFill>
                  <a:latin typeface="Maven Pro"/>
                  <a:ea typeface="Maven Pro"/>
                  <a:cs typeface="Maven Pro"/>
                  <a:sym typeface="Maven Pro"/>
                </a:rPr>
                <a:t>11 features</a:t>
              </a:r>
              <a:endParaRPr sz="1300">
                <a:solidFill>
                  <a:schemeClr val="lt1"/>
                </a:solidFill>
                <a:latin typeface="Maven Pro"/>
                <a:ea typeface="Maven Pro"/>
                <a:cs typeface="Maven Pro"/>
                <a:sym typeface="Maven Pro"/>
              </a:endParaRPr>
            </a:p>
          </p:txBody>
        </p:sp>
      </p:grpSp>
      <p:grpSp>
        <p:nvGrpSpPr>
          <p:cNvPr id="573" name="Google Shape;573;p54"/>
          <p:cNvGrpSpPr/>
          <p:nvPr/>
        </p:nvGrpSpPr>
        <p:grpSpPr>
          <a:xfrm>
            <a:off x="257275" y="1164800"/>
            <a:ext cx="3298925" cy="1819250"/>
            <a:chOff x="257275" y="1164800"/>
            <a:chExt cx="3298925" cy="1819250"/>
          </a:xfrm>
        </p:grpSpPr>
        <p:grpSp>
          <p:nvGrpSpPr>
            <p:cNvPr id="574" name="Google Shape;574;p54"/>
            <p:cNvGrpSpPr/>
            <p:nvPr/>
          </p:nvGrpSpPr>
          <p:grpSpPr>
            <a:xfrm>
              <a:off x="257275" y="2177950"/>
              <a:ext cx="1716000" cy="806100"/>
              <a:chOff x="257275" y="2177950"/>
              <a:chExt cx="1716000" cy="806100"/>
            </a:xfrm>
          </p:grpSpPr>
          <p:sp>
            <p:nvSpPr>
              <p:cNvPr id="575" name="Google Shape;575;p54"/>
              <p:cNvSpPr/>
              <p:nvPr/>
            </p:nvSpPr>
            <p:spPr>
              <a:xfrm>
                <a:off x="257275" y="2177950"/>
                <a:ext cx="1716000" cy="8061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576" name="Google Shape;576;p54"/>
              <p:cNvSpPr txBox="1"/>
              <p:nvPr/>
            </p:nvSpPr>
            <p:spPr>
              <a:xfrm>
                <a:off x="424675" y="2240050"/>
                <a:ext cx="1359000" cy="6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solidFill>
                      <a:schemeClr val="lt1"/>
                    </a:solidFill>
                    <a:latin typeface="Maven Pro"/>
                    <a:ea typeface="Maven Pro"/>
                    <a:cs typeface="Maven Pro"/>
                    <a:sym typeface="Maven Pro"/>
                  </a:rPr>
                  <a:t>SMILES</a:t>
                </a:r>
                <a:endParaRPr sz="1800">
                  <a:solidFill>
                    <a:schemeClr val="lt1"/>
                  </a:solidFill>
                  <a:latin typeface="Maven Pro"/>
                  <a:ea typeface="Maven Pro"/>
                  <a:cs typeface="Maven Pro"/>
                  <a:sym typeface="Maven Pro"/>
                </a:endParaRPr>
              </a:p>
              <a:p>
                <a:pPr indent="0" lvl="0" marL="0" rtl="0" algn="ctr">
                  <a:spcBef>
                    <a:spcPts val="0"/>
                  </a:spcBef>
                  <a:spcAft>
                    <a:spcPts val="0"/>
                  </a:spcAft>
                  <a:buNone/>
                </a:pPr>
                <a:r>
                  <a:rPr lang="it" sz="1800">
                    <a:solidFill>
                      <a:schemeClr val="lt1"/>
                    </a:solidFill>
                    <a:latin typeface="Maven Pro"/>
                    <a:ea typeface="Maven Pro"/>
                    <a:cs typeface="Maven Pro"/>
                    <a:sym typeface="Maven Pro"/>
                  </a:rPr>
                  <a:t>[c1ccccc1]</a:t>
                </a:r>
                <a:endParaRPr sz="1800">
                  <a:solidFill>
                    <a:schemeClr val="lt1"/>
                  </a:solidFill>
                  <a:latin typeface="Maven Pro"/>
                  <a:ea typeface="Maven Pro"/>
                  <a:cs typeface="Maven Pro"/>
                  <a:sym typeface="Maven Pro"/>
                </a:endParaRPr>
              </a:p>
            </p:txBody>
          </p:sp>
        </p:grpSp>
        <p:grpSp>
          <p:nvGrpSpPr>
            <p:cNvPr id="577" name="Google Shape;577;p54"/>
            <p:cNvGrpSpPr/>
            <p:nvPr/>
          </p:nvGrpSpPr>
          <p:grpSpPr>
            <a:xfrm>
              <a:off x="1115275" y="1164800"/>
              <a:ext cx="2440925" cy="1797700"/>
              <a:chOff x="1115275" y="1164800"/>
              <a:chExt cx="2440925" cy="1797700"/>
            </a:xfrm>
          </p:grpSpPr>
          <p:sp>
            <p:nvSpPr>
              <p:cNvPr id="569" name="Google Shape;569;p54"/>
              <p:cNvSpPr/>
              <p:nvPr/>
            </p:nvSpPr>
            <p:spPr>
              <a:xfrm>
                <a:off x="2387400" y="1620000"/>
                <a:ext cx="1102500" cy="1342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grpSp>
            <p:nvGrpSpPr>
              <p:cNvPr id="578" name="Google Shape;578;p54"/>
              <p:cNvGrpSpPr/>
              <p:nvPr/>
            </p:nvGrpSpPr>
            <p:grpSpPr>
              <a:xfrm>
                <a:off x="2532721" y="2081764"/>
                <a:ext cx="832495" cy="806108"/>
                <a:chOff x="2235290" y="1712591"/>
                <a:chExt cx="1106600" cy="1071525"/>
              </a:xfrm>
            </p:grpSpPr>
            <p:pic>
              <p:nvPicPr>
                <p:cNvPr id="579" name="Google Shape;579;p54"/>
                <p:cNvPicPr preferRelativeResize="0"/>
                <p:nvPr/>
              </p:nvPicPr>
              <p:blipFill rotWithShape="1">
                <a:blip r:embed="rId4">
                  <a:alphaModFix/>
                </a:blip>
                <a:srcRect b="0" l="0" r="0" t="0"/>
                <a:stretch/>
              </p:blipFill>
              <p:spPr>
                <a:xfrm>
                  <a:off x="2235290" y="2421941"/>
                  <a:ext cx="212200" cy="212225"/>
                </a:xfrm>
                <a:prstGeom prst="rect">
                  <a:avLst/>
                </a:prstGeom>
                <a:noFill/>
                <a:ln>
                  <a:noFill/>
                </a:ln>
              </p:spPr>
            </p:pic>
            <p:pic>
              <p:nvPicPr>
                <p:cNvPr id="580" name="Google Shape;580;p54"/>
                <p:cNvPicPr preferRelativeResize="0"/>
                <p:nvPr/>
              </p:nvPicPr>
              <p:blipFill rotWithShape="1">
                <a:blip r:embed="rId4">
                  <a:alphaModFix/>
                </a:blip>
                <a:srcRect b="0" l="0" r="0" t="0"/>
                <a:stretch/>
              </p:blipFill>
              <p:spPr>
                <a:xfrm>
                  <a:off x="2317490" y="2015291"/>
                  <a:ext cx="212200" cy="212225"/>
                </a:xfrm>
                <a:prstGeom prst="rect">
                  <a:avLst/>
                </a:prstGeom>
                <a:noFill/>
                <a:ln>
                  <a:noFill/>
                </a:ln>
              </p:spPr>
            </p:pic>
            <p:pic>
              <p:nvPicPr>
                <p:cNvPr id="581" name="Google Shape;581;p54"/>
                <p:cNvPicPr preferRelativeResize="0"/>
                <p:nvPr/>
              </p:nvPicPr>
              <p:blipFill rotWithShape="1">
                <a:blip r:embed="rId4">
                  <a:alphaModFix/>
                </a:blip>
                <a:srcRect b="0" l="0" r="0" t="0"/>
                <a:stretch/>
              </p:blipFill>
              <p:spPr>
                <a:xfrm>
                  <a:off x="2682490" y="2571891"/>
                  <a:ext cx="212200" cy="212225"/>
                </a:xfrm>
                <a:prstGeom prst="rect">
                  <a:avLst/>
                </a:prstGeom>
                <a:noFill/>
                <a:ln>
                  <a:noFill/>
                </a:ln>
              </p:spPr>
            </p:pic>
            <p:pic>
              <p:nvPicPr>
                <p:cNvPr id="582" name="Google Shape;582;p54"/>
                <p:cNvPicPr preferRelativeResize="0"/>
                <p:nvPr/>
              </p:nvPicPr>
              <p:blipFill rotWithShape="1">
                <a:blip r:embed="rId4">
                  <a:alphaModFix/>
                </a:blip>
                <a:srcRect b="0" l="0" r="0" t="0"/>
                <a:stretch/>
              </p:blipFill>
              <p:spPr>
                <a:xfrm>
                  <a:off x="2682490" y="1712591"/>
                  <a:ext cx="212200" cy="212225"/>
                </a:xfrm>
                <a:prstGeom prst="rect">
                  <a:avLst/>
                </a:prstGeom>
                <a:noFill/>
                <a:ln>
                  <a:noFill/>
                </a:ln>
              </p:spPr>
            </p:pic>
            <p:pic>
              <p:nvPicPr>
                <p:cNvPr id="583" name="Google Shape;583;p54"/>
                <p:cNvPicPr preferRelativeResize="0"/>
                <p:nvPr/>
              </p:nvPicPr>
              <p:blipFill rotWithShape="1">
                <a:blip r:embed="rId4">
                  <a:alphaModFix/>
                </a:blip>
                <a:srcRect b="0" l="0" r="0" t="0"/>
                <a:stretch/>
              </p:blipFill>
              <p:spPr>
                <a:xfrm>
                  <a:off x="2682490" y="2142241"/>
                  <a:ext cx="212200" cy="212225"/>
                </a:xfrm>
                <a:prstGeom prst="rect">
                  <a:avLst/>
                </a:prstGeom>
                <a:noFill/>
                <a:ln>
                  <a:noFill/>
                </a:ln>
              </p:spPr>
            </p:pic>
            <p:pic>
              <p:nvPicPr>
                <p:cNvPr id="584" name="Google Shape;584;p54"/>
                <p:cNvPicPr preferRelativeResize="0"/>
                <p:nvPr/>
              </p:nvPicPr>
              <p:blipFill rotWithShape="1">
                <a:blip r:embed="rId4">
                  <a:alphaModFix/>
                </a:blip>
                <a:srcRect b="0" l="0" r="0" t="0"/>
                <a:stretch/>
              </p:blipFill>
              <p:spPr>
                <a:xfrm>
                  <a:off x="3129690" y="1889991"/>
                  <a:ext cx="212200" cy="212225"/>
                </a:xfrm>
                <a:prstGeom prst="rect">
                  <a:avLst/>
                </a:prstGeom>
                <a:noFill/>
                <a:ln>
                  <a:noFill/>
                </a:ln>
              </p:spPr>
            </p:pic>
            <p:pic>
              <p:nvPicPr>
                <p:cNvPr id="585" name="Google Shape;585;p54"/>
                <p:cNvPicPr preferRelativeResize="0"/>
                <p:nvPr/>
              </p:nvPicPr>
              <p:blipFill rotWithShape="1">
                <a:blip r:embed="rId4">
                  <a:alphaModFix/>
                </a:blip>
                <a:srcRect b="0" l="0" r="0" t="0"/>
                <a:stretch/>
              </p:blipFill>
              <p:spPr>
                <a:xfrm>
                  <a:off x="3084615" y="2421953"/>
                  <a:ext cx="212200" cy="212225"/>
                </a:xfrm>
                <a:prstGeom prst="rect">
                  <a:avLst/>
                </a:prstGeom>
                <a:noFill/>
                <a:ln>
                  <a:noFill/>
                </a:ln>
              </p:spPr>
            </p:pic>
            <p:cxnSp>
              <p:nvCxnSpPr>
                <p:cNvPr id="586" name="Google Shape;586;p54"/>
                <p:cNvCxnSpPr>
                  <a:stCxn id="580" idx="3"/>
                  <a:endCxn id="583" idx="1"/>
                </p:cNvCxnSpPr>
                <p:nvPr/>
              </p:nvCxnSpPr>
              <p:spPr>
                <a:xfrm>
                  <a:off x="2529690" y="2121403"/>
                  <a:ext cx="152700" cy="126900"/>
                </a:xfrm>
                <a:prstGeom prst="straightConnector1">
                  <a:avLst/>
                </a:prstGeom>
                <a:noFill/>
                <a:ln cap="flat" cmpd="sng" w="7150">
                  <a:solidFill>
                    <a:schemeClr val="lt1"/>
                  </a:solidFill>
                  <a:prstDash val="solid"/>
                  <a:round/>
                  <a:headEnd len="med" w="med" type="none"/>
                  <a:tailEnd len="med" w="med" type="none"/>
                </a:ln>
              </p:spPr>
            </p:cxnSp>
            <p:cxnSp>
              <p:nvCxnSpPr>
                <p:cNvPr id="587" name="Google Shape;587;p54"/>
                <p:cNvCxnSpPr>
                  <a:stCxn id="580" idx="2"/>
                  <a:endCxn id="579" idx="0"/>
                </p:cNvCxnSpPr>
                <p:nvPr/>
              </p:nvCxnSpPr>
              <p:spPr>
                <a:xfrm flipH="1">
                  <a:off x="2341390" y="2227516"/>
                  <a:ext cx="82200" cy="194400"/>
                </a:xfrm>
                <a:prstGeom prst="straightConnector1">
                  <a:avLst/>
                </a:prstGeom>
                <a:noFill/>
                <a:ln cap="flat" cmpd="sng" w="7150">
                  <a:solidFill>
                    <a:schemeClr val="lt1"/>
                  </a:solidFill>
                  <a:prstDash val="solid"/>
                  <a:round/>
                  <a:headEnd len="med" w="med" type="none"/>
                  <a:tailEnd len="med" w="med" type="none"/>
                </a:ln>
              </p:spPr>
            </p:cxnSp>
            <p:cxnSp>
              <p:nvCxnSpPr>
                <p:cNvPr id="588" name="Google Shape;588;p54"/>
                <p:cNvCxnSpPr>
                  <a:stCxn id="583" idx="3"/>
                  <a:endCxn id="584" idx="1"/>
                </p:cNvCxnSpPr>
                <p:nvPr/>
              </p:nvCxnSpPr>
              <p:spPr>
                <a:xfrm flipH="1" rot="10800000">
                  <a:off x="2894690" y="1996053"/>
                  <a:ext cx="234900" cy="252300"/>
                </a:xfrm>
                <a:prstGeom prst="straightConnector1">
                  <a:avLst/>
                </a:prstGeom>
                <a:noFill/>
                <a:ln cap="flat" cmpd="sng" w="7150">
                  <a:solidFill>
                    <a:schemeClr val="lt1"/>
                  </a:solidFill>
                  <a:prstDash val="solid"/>
                  <a:round/>
                  <a:headEnd len="med" w="med" type="none"/>
                  <a:tailEnd len="med" w="med" type="none"/>
                </a:ln>
              </p:spPr>
            </p:cxnSp>
            <p:cxnSp>
              <p:nvCxnSpPr>
                <p:cNvPr id="589" name="Google Shape;589;p54"/>
                <p:cNvCxnSpPr>
                  <a:stCxn id="581" idx="3"/>
                  <a:endCxn id="585" idx="1"/>
                </p:cNvCxnSpPr>
                <p:nvPr/>
              </p:nvCxnSpPr>
              <p:spPr>
                <a:xfrm flipH="1" rot="10800000">
                  <a:off x="2894690" y="2528003"/>
                  <a:ext cx="189900" cy="150000"/>
                </a:xfrm>
                <a:prstGeom prst="straightConnector1">
                  <a:avLst/>
                </a:prstGeom>
                <a:noFill/>
                <a:ln cap="flat" cmpd="sng" w="7150">
                  <a:solidFill>
                    <a:schemeClr val="lt1"/>
                  </a:solidFill>
                  <a:prstDash val="solid"/>
                  <a:round/>
                  <a:headEnd len="med" w="med" type="none"/>
                  <a:tailEnd len="med" w="med" type="none"/>
                </a:ln>
              </p:spPr>
            </p:cxnSp>
            <p:cxnSp>
              <p:nvCxnSpPr>
                <p:cNvPr id="590" name="Google Shape;590;p54"/>
                <p:cNvCxnSpPr>
                  <a:stCxn id="581" idx="0"/>
                  <a:endCxn id="583" idx="2"/>
                </p:cNvCxnSpPr>
                <p:nvPr/>
              </p:nvCxnSpPr>
              <p:spPr>
                <a:xfrm rot="10800000">
                  <a:off x="2788590" y="2354391"/>
                  <a:ext cx="0" cy="217500"/>
                </a:xfrm>
                <a:prstGeom prst="straightConnector1">
                  <a:avLst/>
                </a:prstGeom>
                <a:noFill/>
                <a:ln cap="flat" cmpd="sng" w="7150">
                  <a:solidFill>
                    <a:schemeClr val="lt1"/>
                  </a:solidFill>
                  <a:prstDash val="solid"/>
                  <a:round/>
                  <a:headEnd len="med" w="med" type="none"/>
                  <a:tailEnd len="med" w="med" type="none"/>
                </a:ln>
              </p:spPr>
            </p:cxnSp>
            <p:cxnSp>
              <p:nvCxnSpPr>
                <p:cNvPr id="591" name="Google Shape;591;p54"/>
                <p:cNvCxnSpPr>
                  <a:stCxn id="585" idx="0"/>
                  <a:endCxn id="584" idx="2"/>
                </p:cNvCxnSpPr>
                <p:nvPr/>
              </p:nvCxnSpPr>
              <p:spPr>
                <a:xfrm flipH="1" rot="10800000">
                  <a:off x="3190715" y="2102153"/>
                  <a:ext cx="45000" cy="319800"/>
                </a:xfrm>
                <a:prstGeom prst="straightConnector1">
                  <a:avLst/>
                </a:prstGeom>
                <a:noFill/>
                <a:ln cap="flat" cmpd="sng" w="7150">
                  <a:solidFill>
                    <a:schemeClr val="lt1"/>
                  </a:solidFill>
                  <a:prstDash val="solid"/>
                  <a:round/>
                  <a:headEnd len="med" w="med" type="none"/>
                  <a:tailEnd len="med" w="med" type="none"/>
                </a:ln>
              </p:spPr>
            </p:cxnSp>
            <p:cxnSp>
              <p:nvCxnSpPr>
                <p:cNvPr id="592" name="Google Shape;592;p54"/>
                <p:cNvCxnSpPr>
                  <a:stCxn id="583" idx="0"/>
                  <a:endCxn id="582" idx="2"/>
                </p:cNvCxnSpPr>
                <p:nvPr/>
              </p:nvCxnSpPr>
              <p:spPr>
                <a:xfrm rot="10800000">
                  <a:off x="2788590" y="1924741"/>
                  <a:ext cx="0" cy="217500"/>
                </a:xfrm>
                <a:prstGeom prst="straightConnector1">
                  <a:avLst/>
                </a:prstGeom>
                <a:noFill/>
                <a:ln cap="flat" cmpd="sng" w="7150">
                  <a:solidFill>
                    <a:schemeClr val="lt1"/>
                  </a:solidFill>
                  <a:prstDash val="solid"/>
                  <a:round/>
                  <a:headEnd len="med" w="med" type="none"/>
                  <a:tailEnd len="med" w="med" type="none"/>
                </a:ln>
              </p:spPr>
            </p:cxnSp>
          </p:grpSp>
          <p:sp>
            <p:nvSpPr>
              <p:cNvPr id="593" name="Google Shape;593;p54"/>
              <p:cNvSpPr txBox="1"/>
              <p:nvPr/>
            </p:nvSpPr>
            <p:spPr>
              <a:xfrm>
                <a:off x="2311200" y="1706100"/>
                <a:ext cx="12450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solidFill>
                      <a:schemeClr val="lt1"/>
                    </a:solidFill>
                    <a:latin typeface="Maven Pro"/>
                    <a:ea typeface="Maven Pro"/>
                    <a:cs typeface="Maven Pro"/>
                    <a:sym typeface="Maven Pro"/>
                  </a:rPr>
                  <a:t>Graph</a:t>
                </a:r>
                <a:endParaRPr sz="1800">
                  <a:solidFill>
                    <a:schemeClr val="lt1"/>
                  </a:solidFill>
                  <a:latin typeface="Maven Pro"/>
                  <a:ea typeface="Maven Pro"/>
                  <a:cs typeface="Maven Pro"/>
                  <a:sym typeface="Maven Pro"/>
                </a:endParaRPr>
              </a:p>
            </p:txBody>
          </p:sp>
          <p:cxnSp>
            <p:nvCxnSpPr>
              <p:cNvPr id="594" name="Google Shape;594;p54"/>
              <p:cNvCxnSpPr>
                <a:stCxn id="595" idx="3"/>
                <a:endCxn id="569" idx="0"/>
              </p:cNvCxnSpPr>
              <p:nvPr/>
            </p:nvCxnSpPr>
            <p:spPr>
              <a:xfrm>
                <a:off x="2424900" y="1356050"/>
                <a:ext cx="513900" cy="264000"/>
              </a:xfrm>
              <a:prstGeom prst="curvedConnector2">
                <a:avLst/>
              </a:prstGeom>
              <a:noFill/>
              <a:ln cap="flat" cmpd="sng" w="19050">
                <a:solidFill>
                  <a:schemeClr val="dk2"/>
                </a:solidFill>
                <a:prstDash val="solid"/>
                <a:round/>
                <a:headEnd len="med" w="med" type="none"/>
                <a:tailEnd len="med" w="med" type="stealth"/>
              </a:ln>
            </p:spPr>
          </p:cxnSp>
          <p:cxnSp>
            <p:nvCxnSpPr>
              <p:cNvPr id="596" name="Google Shape;596;p54"/>
              <p:cNvCxnSpPr>
                <a:stCxn id="575" idx="0"/>
                <a:endCxn id="595" idx="1"/>
              </p:cNvCxnSpPr>
              <p:nvPr/>
            </p:nvCxnSpPr>
            <p:spPr>
              <a:xfrm rot="-5400000">
                <a:off x="968875" y="1502350"/>
                <a:ext cx="822000" cy="529200"/>
              </a:xfrm>
              <a:prstGeom prst="curvedConnector2">
                <a:avLst/>
              </a:prstGeom>
              <a:noFill/>
              <a:ln cap="flat" cmpd="sng" w="19050">
                <a:solidFill>
                  <a:schemeClr val="dk2"/>
                </a:solidFill>
                <a:prstDash val="solid"/>
                <a:round/>
                <a:headEnd len="med" w="med" type="none"/>
                <a:tailEnd len="med" w="med" type="stealth"/>
              </a:ln>
            </p:spPr>
          </p:cxnSp>
          <p:sp>
            <p:nvSpPr>
              <p:cNvPr id="595" name="Google Shape;595;p54"/>
              <p:cNvSpPr txBox="1"/>
              <p:nvPr/>
            </p:nvSpPr>
            <p:spPr>
              <a:xfrm>
                <a:off x="1644600" y="1164800"/>
                <a:ext cx="780300" cy="38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solidFill>
                      <a:schemeClr val="lt1"/>
                    </a:solidFill>
                    <a:latin typeface="Maven Pro"/>
                    <a:ea typeface="Maven Pro"/>
                    <a:cs typeface="Maven Pro"/>
                    <a:sym typeface="Maven Pro"/>
                  </a:rPr>
                  <a:t>RDKit</a:t>
                </a:r>
                <a:endParaRPr sz="1800">
                  <a:solidFill>
                    <a:schemeClr val="lt1"/>
                  </a:solidFill>
                  <a:latin typeface="Maven Pro"/>
                  <a:ea typeface="Maven Pro"/>
                  <a:cs typeface="Maven Pro"/>
                  <a:sym typeface="Maven Pro"/>
                </a:endParaRPr>
              </a:p>
            </p:txBody>
          </p:sp>
        </p:grpSp>
      </p:grpSp>
      <p:grpSp>
        <p:nvGrpSpPr>
          <p:cNvPr id="597" name="Google Shape;597;p54"/>
          <p:cNvGrpSpPr/>
          <p:nvPr/>
        </p:nvGrpSpPr>
        <p:grpSpPr>
          <a:xfrm>
            <a:off x="3224100" y="3344950"/>
            <a:ext cx="4236600" cy="1689950"/>
            <a:chOff x="3224100" y="3344950"/>
            <a:chExt cx="4236600" cy="1689950"/>
          </a:xfrm>
        </p:grpSpPr>
        <p:grpSp>
          <p:nvGrpSpPr>
            <p:cNvPr id="598" name="Google Shape;598;p54"/>
            <p:cNvGrpSpPr/>
            <p:nvPr/>
          </p:nvGrpSpPr>
          <p:grpSpPr>
            <a:xfrm>
              <a:off x="3224100" y="3922500"/>
              <a:ext cx="1620000" cy="1112400"/>
              <a:chOff x="4713000" y="3870000"/>
              <a:chExt cx="1620000" cy="1112400"/>
            </a:xfrm>
          </p:grpSpPr>
          <p:sp>
            <p:nvSpPr>
              <p:cNvPr id="599" name="Google Shape;599;p54"/>
              <p:cNvSpPr/>
              <p:nvPr/>
            </p:nvSpPr>
            <p:spPr>
              <a:xfrm>
                <a:off x="4713000" y="3870000"/>
                <a:ext cx="1620000" cy="1112400"/>
              </a:xfrm>
              <a:prstGeom prst="roundRect">
                <a:avLst>
                  <a:gd fmla="val 16667" name="adj"/>
                </a:avLst>
              </a:pr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ven Pro"/>
                  <a:ea typeface="Maven Pro"/>
                  <a:cs typeface="Maven Pro"/>
                  <a:sym typeface="Maven Pro"/>
                </a:endParaRPr>
              </a:p>
            </p:txBody>
          </p:sp>
          <p:sp>
            <p:nvSpPr>
              <p:cNvPr id="600" name="Google Shape;600;p54"/>
              <p:cNvSpPr txBox="1"/>
              <p:nvPr/>
            </p:nvSpPr>
            <p:spPr>
              <a:xfrm>
                <a:off x="4829250" y="3901200"/>
                <a:ext cx="1387500" cy="105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it" sz="1800">
                    <a:solidFill>
                      <a:schemeClr val="lt1"/>
                    </a:solidFill>
                    <a:latin typeface="Maven Pro"/>
                    <a:ea typeface="Maven Pro"/>
                    <a:cs typeface="Maven Pro"/>
                    <a:sym typeface="Maven Pro"/>
                  </a:rPr>
                  <a:t>Additional</a:t>
                </a:r>
                <a:endParaRPr sz="1800">
                  <a:solidFill>
                    <a:schemeClr val="lt1"/>
                  </a:solidFill>
                  <a:latin typeface="Maven Pro"/>
                  <a:ea typeface="Maven Pro"/>
                  <a:cs typeface="Maven Pro"/>
                  <a:sym typeface="Maven Pro"/>
                </a:endParaRPr>
              </a:p>
              <a:p>
                <a:pPr indent="-317500" lvl="0" marL="457200" rtl="0" algn="l">
                  <a:lnSpc>
                    <a:spcPct val="150000"/>
                  </a:lnSpc>
                  <a:spcBef>
                    <a:spcPts val="0"/>
                  </a:spcBef>
                  <a:spcAft>
                    <a:spcPts val="0"/>
                  </a:spcAft>
                  <a:buClr>
                    <a:schemeClr val="lt1"/>
                  </a:buClr>
                  <a:buSzPts val="1400"/>
                  <a:buFont typeface="Maven Pro"/>
                  <a:buChar char="●"/>
                </a:pPr>
                <a:r>
                  <a:rPr lang="it">
                    <a:solidFill>
                      <a:schemeClr val="lt1"/>
                    </a:solidFill>
                    <a:latin typeface="Maven Pro"/>
                    <a:ea typeface="Maven Pro"/>
                    <a:cs typeface="Maven Pro"/>
                    <a:sym typeface="Maven Pro"/>
                  </a:rPr>
                  <a:t>MW</a:t>
                </a:r>
                <a:endParaRPr>
                  <a:solidFill>
                    <a:schemeClr val="lt1"/>
                  </a:solidFill>
                  <a:latin typeface="Maven Pro"/>
                  <a:ea typeface="Maven Pro"/>
                  <a:cs typeface="Maven Pro"/>
                  <a:sym typeface="Maven Pro"/>
                </a:endParaRPr>
              </a:p>
              <a:p>
                <a:pPr indent="-317500" lvl="0" marL="457200" rtl="0" algn="l">
                  <a:lnSpc>
                    <a:spcPct val="150000"/>
                  </a:lnSpc>
                  <a:spcBef>
                    <a:spcPts val="0"/>
                  </a:spcBef>
                  <a:spcAft>
                    <a:spcPts val="0"/>
                  </a:spcAft>
                  <a:buClr>
                    <a:schemeClr val="lt1"/>
                  </a:buClr>
                  <a:buSzPts val="1400"/>
                  <a:buFont typeface="Maven Pro"/>
                  <a:buChar char="●"/>
                </a:pPr>
                <a:r>
                  <a:rPr lang="it">
                    <a:solidFill>
                      <a:schemeClr val="lt1"/>
                    </a:solidFill>
                    <a:latin typeface="Maven Pro"/>
                    <a:ea typeface="Maven Pro"/>
                    <a:cs typeface="Maven Pro"/>
                    <a:sym typeface="Maven Pro"/>
                  </a:rPr>
                  <a:t>LogP</a:t>
                </a:r>
                <a:endParaRPr>
                  <a:solidFill>
                    <a:schemeClr val="lt1"/>
                  </a:solidFill>
                  <a:latin typeface="Maven Pro"/>
                  <a:ea typeface="Maven Pro"/>
                  <a:cs typeface="Maven Pro"/>
                  <a:sym typeface="Maven Pro"/>
                </a:endParaRPr>
              </a:p>
            </p:txBody>
          </p:sp>
        </p:grpSp>
        <p:cxnSp>
          <p:nvCxnSpPr>
            <p:cNvPr id="601" name="Google Shape;601;p54"/>
            <p:cNvCxnSpPr>
              <a:stCxn id="602" idx="3"/>
              <a:endCxn id="558" idx="2"/>
            </p:cNvCxnSpPr>
            <p:nvPr/>
          </p:nvCxnSpPr>
          <p:spPr>
            <a:xfrm flipH="1" rot="10800000">
              <a:off x="6781200" y="3344950"/>
              <a:ext cx="679500" cy="1136700"/>
            </a:xfrm>
            <a:prstGeom prst="curvedConnector2">
              <a:avLst/>
            </a:prstGeom>
            <a:noFill/>
            <a:ln cap="flat" cmpd="sng" w="19050">
              <a:solidFill>
                <a:schemeClr val="lt1"/>
              </a:solidFill>
              <a:prstDash val="solid"/>
              <a:round/>
              <a:headEnd len="med" w="med" type="none"/>
              <a:tailEnd len="med" w="med" type="stealth"/>
            </a:ln>
          </p:spPr>
        </p:cxnSp>
        <p:grpSp>
          <p:nvGrpSpPr>
            <p:cNvPr id="603" name="Google Shape;603;p54"/>
            <p:cNvGrpSpPr/>
            <p:nvPr/>
          </p:nvGrpSpPr>
          <p:grpSpPr>
            <a:xfrm>
              <a:off x="5422200" y="4215700"/>
              <a:ext cx="1359000" cy="531900"/>
              <a:chOff x="4942500" y="4420600"/>
              <a:chExt cx="1359000" cy="531900"/>
            </a:xfrm>
          </p:grpSpPr>
          <p:sp>
            <p:nvSpPr>
              <p:cNvPr id="602" name="Google Shape;602;p54"/>
              <p:cNvSpPr/>
              <p:nvPr/>
            </p:nvSpPr>
            <p:spPr>
              <a:xfrm>
                <a:off x="4942500" y="4420600"/>
                <a:ext cx="1359000" cy="531900"/>
              </a:xfrm>
              <a:prstGeom prst="roundRect">
                <a:avLst>
                  <a:gd fmla="val 16667" name="adj"/>
                </a:avLst>
              </a:pr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ven Pro"/>
                  <a:ea typeface="Maven Pro"/>
                  <a:cs typeface="Maven Pro"/>
                  <a:sym typeface="Maven Pro"/>
                </a:endParaRPr>
              </a:p>
            </p:txBody>
          </p:sp>
          <p:sp>
            <p:nvSpPr>
              <p:cNvPr id="604" name="Google Shape;604;p54"/>
              <p:cNvSpPr txBox="1"/>
              <p:nvPr/>
            </p:nvSpPr>
            <p:spPr>
              <a:xfrm>
                <a:off x="5107500" y="4477500"/>
                <a:ext cx="1093200" cy="44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Standard Scaler</a:t>
                </a:r>
                <a:endParaRPr>
                  <a:solidFill>
                    <a:schemeClr val="lt1"/>
                  </a:solidFill>
                  <a:latin typeface="Maven Pro"/>
                  <a:ea typeface="Maven Pro"/>
                  <a:cs typeface="Maven Pro"/>
                  <a:sym typeface="Maven Pro"/>
                </a:endParaRPr>
              </a:p>
            </p:txBody>
          </p:sp>
        </p:grpSp>
        <p:cxnSp>
          <p:nvCxnSpPr>
            <p:cNvPr id="605" name="Google Shape;605;p54"/>
            <p:cNvCxnSpPr>
              <a:stCxn id="599" idx="3"/>
              <a:endCxn id="602" idx="1"/>
            </p:cNvCxnSpPr>
            <p:nvPr/>
          </p:nvCxnSpPr>
          <p:spPr>
            <a:xfrm>
              <a:off x="4844100" y="4478700"/>
              <a:ext cx="578100" cy="3000"/>
            </a:xfrm>
            <a:prstGeom prst="curvedConnector3">
              <a:avLst>
                <a:gd fmla="val 50000" name="adj1"/>
              </a:avLst>
            </a:prstGeom>
            <a:noFill/>
            <a:ln cap="flat" cmpd="sng" w="19050">
              <a:solidFill>
                <a:schemeClr val="lt1"/>
              </a:solidFill>
              <a:prstDash val="solid"/>
              <a:round/>
              <a:headEnd len="med" w="med" type="none"/>
              <a:tailEnd len="med" w="med" type="stealth"/>
            </a:ln>
          </p:spPr>
        </p:cxnSp>
      </p:grpSp>
      <p:grpSp>
        <p:nvGrpSpPr>
          <p:cNvPr id="606" name="Google Shape;606;p54"/>
          <p:cNvGrpSpPr/>
          <p:nvPr/>
        </p:nvGrpSpPr>
        <p:grpSpPr>
          <a:xfrm>
            <a:off x="598650" y="3079250"/>
            <a:ext cx="6346200" cy="1451950"/>
            <a:chOff x="598650" y="3079250"/>
            <a:chExt cx="6346200" cy="1451950"/>
          </a:xfrm>
        </p:grpSpPr>
        <p:sp>
          <p:nvSpPr>
            <p:cNvPr id="607" name="Google Shape;607;p54"/>
            <p:cNvSpPr/>
            <p:nvPr/>
          </p:nvSpPr>
          <p:spPr>
            <a:xfrm>
              <a:off x="598650" y="3922500"/>
              <a:ext cx="1398600" cy="608700"/>
            </a:xfrm>
            <a:prstGeom prst="roundRect">
              <a:avLst>
                <a:gd fmla="val 16667" name="adj"/>
              </a:avLst>
            </a:prstGeom>
            <a:solidFill>
              <a:schemeClr val="lt2"/>
            </a:solidFill>
            <a:ln cap="flat" cmpd="sng" w="1905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608" name="Google Shape;608;p54"/>
            <p:cNvSpPr txBox="1"/>
            <p:nvPr/>
          </p:nvSpPr>
          <p:spPr>
            <a:xfrm>
              <a:off x="667500" y="3961300"/>
              <a:ext cx="1245000" cy="53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500">
                  <a:solidFill>
                    <a:schemeClr val="lt1"/>
                  </a:solidFill>
                  <a:latin typeface="Maven Pro"/>
                  <a:ea typeface="Maven Pro"/>
                  <a:cs typeface="Maven Pro"/>
                  <a:sym typeface="Maven Pro"/>
                </a:rPr>
                <a:t>Topology</a:t>
              </a:r>
              <a:endParaRPr sz="1500">
                <a:solidFill>
                  <a:schemeClr val="lt1"/>
                </a:solidFill>
                <a:latin typeface="Maven Pro"/>
                <a:ea typeface="Maven Pro"/>
                <a:cs typeface="Maven Pro"/>
                <a:sym typeface="Maven Pro"/>
              </a:endParaRPr>
            </a:p>
          </p:txBody>
        </p:sp>
        <p:cxnSp>
          <p:nvCxnSpPr>
            <p:cNvPr id="609" name="Google Shape;609;p54"/>
            <p:cNvCxnSpPr>
              <a:stCxn id="607" idx="3"/>
              <a:endCxn id="610" idx="1"/>
            </p:cNvCxnSpPr>
            <p:nvPr/>
          </p:nvCxnSpPr>
          <p:spPr>
            <a:xfrm flipH="1" rot="10800000">
              <a:off x="1997250" y="3449250"/>
              <a:ext cx="617100" cy="777600"/>
            </a:xfrm>
            <a:prstGeom prst="curvedConnector3">
              <a:avLst>
                <a:gd fmla="val 50000" name="adj1"/>
              </a:avLst>
            </a:prstGeom>
            <a:noFill/>
            <a:ln cap="flat" cmpd="sng" w="19050">
              <a:solidFill>
                <a:srgbClr val="6AA84F"/>
              </a:solidFill>
              <a:prstDash val="solid"/>
              <a:round/>
              <a:headEnd len="med" w="med" type="none"/>
              <a:tailEnd len="med" w="med" type="stealth"/>
            </a:ln>
          </p:spPr>
        </p:cxnSp>
        <p:sp>
          <p:nvSpPr>
            <p:cNvPr id="610" name="Google Shape;610;p54"/>
            <p:cNvSpPr/>
            <p:nvPr/>
          </p:nvSpPr>
          <p:spPr>
            <a:xfrm>
              <a:off x="2614350" y="3144800"/>
              <a:ext cx="1398600" cy="608700"/>
            </a:xfrm>
            <a:prstGeom prst="roundRect">
              <a:avLst>
                <a:gd fmla="val 16667" name="adj"/>
              </a:avLst>
            </a:prstGeom>
            <a:solidFill>
              <a:schemeClr val="lt2"/>
            </a:solidFill>
            <a:ln cap="flat" cmpd="sng" w="1905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cxnSp>
          <p:nvCxnSpPr>
            <p:cNvPr id="611" name="Google Shape;611;p54"/>
            <p:cNvCxnSpPr>
              <a:stCxn id="610" idx="3"/>
              <a:endCxn id="558" idx="1"/>
            </p:cNvCxnSpPr>
            <p:nvPr/>
          </p:nvCxnSpPr>
          <p:spPr>
            <a:xfrm flipH="1" rot="10800000">
              <a:off x="4012950" y="3079250"/>
              <a:ext cx="2931900" cy="369900"/>
            </a:xfrm>
            <a:prstGeom prst="curvedConnector3">
              <a:avLst>
                <a:gd fmla="val 49998" name="adj1"/>
              </a:avLst>
            </a:prstGeom>
            <a:noFill/>
            <a:ln cap="flat" cmpd="sng" w="19050">
              <a:solidFill>
                <a:srgbClr val="6AA84F"/>
              </a:solidFill>
              <a:prstDash val="solid"/>
              <a:round/>
              <a:headEnd len="med" w="med" type="none"/>
              <a:tailEnd len="med" w="med" type="stealth"/>
            </a:ln>
          </p:spPr>
        </p:cxnSp>
        <p:sp>
          <p:nvSpPr>
            <p:cNvPr id="612" name="Google Shape;612;p54"/>
            <p:cNvSpPr txBox="1"/>
            <p:nvPr/>
          </p:nvSpPr>
          <p:spPr>
            <a:xfrm>
              <a:off x="2636700" y="3209000"/>
              <a:ext cx="1321800" cy="486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500">
                  <a:solidFill>
                    <a:schemeClr val="lt1"/>
                  </a:solidFill>
                  <a:latin typeface="Maven Pro"/>
                  <a:ea typeface="Maven Pro"/>
                  <a:cs typeface="Maven Pro"/>
                  <a:sym typeface="Maven Pro"/>
                </a:rPr>
                <a:t>Adjacency matrix</a:t>
              </a:r>
              <a:endParaRPr sz="1500">
                <a:solidFill>
                  <a:schemeClr val="lt1"/>
                </a:solidFill>
                <a:latin typeface="Maven Pro"/>
                <a:ea typeface="Maven Pro"/>
                <a:cs typeface="Maven Pro"/>
                <a:sym typeface="Maven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grpSp>
        <p:nvGrpSpPr>
          <p:cNvPr id="617" name="Google Shape;617;p55"/>
          <p:cNvGrpSpPr/>
          <p:nvPr/>
        </p:nvGrpSpPr>
        <p:grpSpPr>
          <a:xfrm>
            <a:off x="1766400" y="1513075"/>
            <a:ext cx="4480050" cy="3309425"/>
            <a:chOff x="1766400" y="1513075"/>
            <a:chExt cx="4480050" cy="3309425"/>
          </a:xfrm>
        </p:grpSpPr>
        <p:grpSp>
          <p:nvGrpSpPr>
            <p:cNvPr id="618" name="Google Shape;618;p55"/>
            <p:cNvGrpSpPr/>
            <p:nvPr/>
          </p:nvGrpSpPr>
          <p:grpSpPr>
            <a:xfrm>
              <a:off x="1987950" y="1513075"/>
              <a:ext cx="4258500" cy="3309425"/>
              <a:chOff x="1987950" y="1513075"/>
              <a:chExt cx="4258500" cy="3309425"/>
            </a:xfrm>
          </p:grpSpPr>
          <p:sp>
            <p:nvSpPr>
              <p:cNvPr id="619" name="Google Shape;619;p55"/>
              <p:cNvSpPr/>
              <p:nvPr/>
            </p:nvSpPr>
            <p:spPr>
              <a:xfrm>
                <a:off x="1987950" y="1920000"/>
                <a:ext cx="4258500" cy="2902500"/>
              </a:xfrm>
              <a:prstGeom prst="roundRect">
                <a:avLst>
                  <a:gd fmla="val 16667" name="adj"/>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ven Pro"/>
                  <a:ea typeface="Maven Pro"/>
                  <a:cs typeface="Maven Pro"/>
                  <a:sym typeface="Maven Pro"/>
                </a:endParaRPr>
              </a:p>
            </p:txBody>
          </p:sp>
          <p:sp>
            <p:nvSpPr>
              <p:cNvPr id="620" name="Google Shape;620;p55"/>
              <p:cNvSpPr txBox="1"/>
              <p:nvPr/>
            </p:nvSpPr>
            <p:spPr>
              <a:xfrm>
                <a:off x="3238425" y="1513075"/>
                <a:ext cx="1477800" cy="47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chemeClr val="lt1"/>
                    </a:solidFill>
                    <a:latin typeface="Maven Pro"/>
                    <a:ea typeface="Maven Pro"/>
                    <a:cs typeface="Maven Pro"/>
                    <a:sym typeface="Maven Pro"/>
                  </a:rPr>
                  <a:t>TOX21-GNN</a:t>
                </a:r>
                <a:endParaRPr b="1" sz="1500">
                  <a:solidFill>
                    <a:schemeClr val="lt1"/>
                  </a:solidFill>
                  <a:latin typeface="Maven Pro"/>
                  <a:ea typeface="Maven Pro"/>
                  <a:cs typeface="Maven Pro"/>
                  <a:sym typeface="Maven Pro"/>
                </a:endParaRPr>
              </a:p>
            </p:txBody>
          </p:sp>
        </p:grpSp>
        <p:cxnSp>
          <p:nvCxnSpPr>
            <p:cNvPr id="621" name="Google Shape;621;p55"/>
            <p:cNvCxnSpPr>
              <a:stCxn id="622" idx="3"/>
              <a:endCxn id="619" idx="1"/>
            </p:cNvCxnSpPr>
            <p:nvPr/>
          </p:nvCxnSpPr>
          <p:spPr>
            <a:xfrm>
              <a:off x="1766400" y="3227786"/>
              <a:ext cx="221700" cy="143400"/>
            </a:xfrm>
            <a:prstGeom prst="straightConnector1">
              <a:avLst/>
            </a:prstGeom>
            <a:noFill/>
            <a:ln cap="flat" cmpd="sng" w="19050">
              <a:solidFill>
                <a:schemeClr val="accent2"/>
              </a:solidFill>
              <a:prstDash val="solid"/>
              <a:round/>
              <a:headEnd len="med" w="med" type="none"/>
              <a:tailEnd len="med" w="med" type="stealth"/>
            </a:ln>
          </p:spPr>
        </p:cxnSp>
      </p:grpSp>
      <p:pic>
        <p:nvPicPr>
          <p:cNvPr id="623" name="Google Shape;623;p55"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sp>
        <p:nvSpPr>
          <p:cNvPr id="624" name="Google Shape;624;p5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DGN</a:t>
            </a:r>
            <a:r>
              <a:rPr lang="it">
                <a:latin typeface="Montserrat"/>
                <a:ea typeface="Montserrat"/>
                <a:cs typeface="Montserrat"/>
                <a:sym typeface="Montserrat"/>
              </a:rPr>
              <a:t> - Architecture</a:t>
            </a:r>
            <a:endParaRPr>
              <a:latin typeface="Montserrat"/>
              <a:ea typeface="Montserrat"/>
              <a:cs typeface="Montserrat"/>
              <a:sym typeface="Montserrat"/>
            </a:endParaRPr>
          </a:p>
        </p:txBody>
      </p:sp>
      <p:grpSp>
        <p:nvGrpSpPr>
          <p:cNvPr id="625" name="Google Shape;625;p55"/>
          <p:cNvGrpSpPr/>
          <p:nvPr/>
        </p:nvGrpSpPr>
        <p:grpSpPr>
          <a:xfrm>
            <a:off x="424200" y="1487050"/>
            <a:ext cx="1342200" cy="3042886"/>
            <a:chOff x="424200" y="1487050"/>
            <a:chExt cx="1342200" cy="3042886"/>
          </a:xfrm>
        </p:grpSpPr>
        <p:sp>
          <p:nvSpPr>
            <p:cNvPr id="622" name="Google Shape;622;p55"/>
            <p:cNvSpPr/>
            <p:nvPr/>
          </p:nvSpPr>
          <p:spPr>
            <a:xfrm>
              <a:off x="424200" y="1925636"/>
              <a:ext cx="1342200" cy="2604300"/>
            </a:xfrm>
            <a:prstGeom prst="roundRect">
              <a:avLst>
                <a:gd fmla="val 16667"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ven Pro"/>
                <a:ea typeface="Maven Pro"/>
                <a:cs typeface="Maven Pro"/>
                <a:sym typeface="Maven Pro"/>
              </a:endParaRPr>
            </a:p>
          </p:txBody>
        </p:sp>
        <p:sp>
          <p:nvSpPr>
            <p:cNvPr id="626" name="Google Shape;626;p55"/>
            <p:cNvSpPr txBox="1"/>
            <p:nvPr/>
          </p:nvSpPr>
          <p:spPr>
            <a:xfrm>
              <a:off x="482250" y="1487050"/>
              <a:ext cx="1226100" cy="47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chemeClr val="accent2"/>
                  </a:solidFill>
                  <a:latin typeface="Maven Pro"/>
                  <a:ea typeface="Maven Pro"/>
                  <a:cs typeface="Maven Pro"/>
                  <a:sym typeface="Maven Pro"/>
                </a:rPr>
                <a:t>INPUTS</a:t>
              </a:r>
              <a:endParaRPr b="1" sz="1500">
                <a:solidFill>
                  <a:schemeClr val="accent2"/>
                </a:solidFill>
                <a:latin typeface="Maven Pro"/>
                <a:ea typeface="Maven Pro"/>
                <a:cs typeface="Maven Pro"/>
                <a:sym typeface="Maven Pro"/>
              </a:endParaRPr>
            </a:p>
          </p:txBody>
        </p:sp>
        <p:sp>
          <p:nvSpPr>
            <p:cNvPr id="627" name="Google Shape;627;p55"/>
            <p:cNvSpPr txBox="1"/>
            <p:nvPr/>
          </p:nvSpPr>
          <p:spPr>
            <a:xfrm>
              <a:off x="647700" y="2117700"/>
              <a:ext cx="655800" cy="2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300">
                  <a:solidFill>
                    <a:schemeClr val="lt1"/>
                  </a:solidFill>
                  <a:latin typeface="Maven Pro"/>
                  <a:ea typeface="Maven Pro"/>
                  <a:cs typeface="Maven Pro"/>
                  <a:sym typeface="Maven Pro"/>
                </a:rPr>
                <a:t>nodes</a:t>
              </a:r>
              <a:endParaRPr sz="1300">
                <a:solidFill>
                  <a:schemeClr val="lt1"/>
                </a:solidFill>
                <a:latin typeface="Maven Pro"/>
                <a:ea typeface="Maven Pro"/>
                <a:cs typeface="Maven Pro"/>
                <a:sym typeface="Maven Pro"/>
              </a:endParaRPr>
            </a:p>
          </p:txBody>
        </p:sp>
        <p:sp>
          <p:nvSpPr>
            <p:cNvPr id="628" name="Google Shape;628;p55"/>
            <p:cNvSpPr txBox="1"/>
            <p:nvPr/>
          </p:nvSpPr>
          <p:spPr>
            <a:xfrm>
              <a:off x="499200" y="3107688"/>
              <a:ext cx="888600" cy="40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300">
                  <a:solidFill>
                    <a:schemeClr val="lt1"/>
                  </a:solidFill>
                  <a:latin typeface="Maven Pro"/>
                  <a:ea typeface="Maven Pro"/>
                  <a:cs typeface="Maven Pro"/>
                  <a:sym typeface="Maven Pro"/>
                </a:rPr>
                <a:t>edge index</a:t>
              </a:r>
              <a:endParaRPr sz="1300">
                <a:solidFill>
                  <a:schemeClr val="lt1"/>
                </a:solidFill>
                <a:latin typeface="Maven Pro"/>
                <a:ea typeface="Maven Pro"/>
                <a:cs typeface="Maven Pro"/>
                <a:sym typeface="Maven Pro"/>
              </a:endParaRPr>
            </a:p>
          </p:txBody>
        </p:sp>
        <p:sp>
          <p:nvSpPr>
            <p:cNvPr id="629" name="Google Shape;629;p55"/>
            <p:cNvSpPr txBox="1"/>
            <p:nvPr/>
          </p:nvSpPr>
          <p:spPr>
            <a:xfrm>
              <a:off x="446700" y="2556463"/>
              <a:ext cx="1008600" cy="43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aven Pro"/>
                  <a:ea typeface="Maven Pro"/>
                  <a:cs typeface="Maven Pro"/>
                  <a:sym typeface="Maven Pro"/>
                </a:rPr>
                <a:t>edge attributes</a:t>
              </a:r>
              <a:endParaRPr sz="1200">
                <a:solidFill>
                  <a:schemeClr val="lt1"/>
                </a:solidFill>
                <a:latin typeface="Maven Pro"/>
                <a:ea typeface="Maven Pro"/>
                <a:cs typeface="Maven Pro"/>
                <a:sym typeface="Maven Pro"/>
              </a:endParaRPr>
            </a:p>
          </p:txBody>
        </p:sp>
        <p:sp>
          <p:nvSpPr>
            <p:cNvPr id="630" name="Google Shape;630;p55"/>
            <p:cNvSpPr txBox="1"/>
            <p:nvPr/>
          </p:nvSpPr>
          <p:spPr>
            <a:xfrm>
              <a:off x="506700" y="3699100"/>
              <a:ext cx="888600" cy="2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300">
                  <a:solidFill>
                    <a:schemeClr val="lt1"/>
                  </a:solidFill>
                  <a:latin typeface="Maven Pro"/>
                  <a:ea typeface="Maven Pro"/>
                  <a:cs typeface="Maven Pro"/>
                  <a:sym typeface="Maven Pro"/>
                </a:rPr>
                <a:t>Batch</a:t>
              </a:r>
              <a:endParaRPr sz="1300">
                <a:solidFill>
                  <a:schemeClr val="lt1"/>
                </a:solidFill>
                <a:latin typeface="Maven Pro"/>
                <a:ea typeface="Maven Pro"/>
                <a:cs typeface="Maven Pro"/>
                <a:sym typeface="Maven Pro"/>
              </a:endParaRPr>
            </a:p>
          </p:txBody>
        </p:sp>
        <p:sp>
          <p:nvSpPr>
            <p:cNvPr id="631" name="Google Shape;631;p55"/>
            <p:cNvSpPr txBox="1"/>
            <p:nvPr/>
          </p:nvSpPr>
          <p:spPr>
            <a:xfrm>
              <a:off x="461700" y="4097725"/>
              <a:ext cx="967500" cy="32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100">
                  <a:solidFill>
                    <a:schemeClr val="lt1"/>
                  </a:solidFill>
                  <a:latin typeface="Maven Pro"/>
                  <a:ea typeface="Maven Pro"/>
                  <a:cs typeface="Maven Pro"/>
                  <a:sym typeface="Maven Pro"/>
                </a:rPr>
                <a:t>MW + LogP</a:t>
              </a:r>
              <a:endParaRPr sz="1100">
                <a:solidFill>
                  <a:schemeClr val="lt1"/>
                </a:solidFill>
                <a:latin typeface="Maven Pro"/>
                <a:ea typeface="Maven Pro"/>
                <a:cs typeface="Maven Pro"/>
                <a:sym typeface="Maven Pro"/>
              </a:endParaRPr>
            </a:p>
          </p:txBody>
        </p:sp>
        <p:sp>
          <p:nvSpPr>
            <p:cNvPr id="632" name="Google Shape;632;p55"/>
            <p:cNvSpPr/>
            <p:nvPr/>
          </p:nvSpPr>
          <p:spPr>
            <a:xfrm>
              <a:off x="1373696" y="2660774"/>
              <a:ext cx="269700" cy="269700"/>
            </a:xfrm>
            <a:prstGeom prst="ellipse">
              <a:avLst/>
            </a:prstGeom>
            <a:solidFill>
              <a:schemeClr val="accent2"/>
            </a:solidFill>
            <a:ln>
              <a:noFill/>
            </a:ln>
          </p:spPr>
          <p:txBody>
            <a:bodyPr anchorCtr="0" anchor="ctr" bIns="60350" lIns="60350" spcFirstLastPara="1" rIns="60350" wrap="square" tIns="60350">
              <a:noAutofit/>
            </a:bodyPr>
            <a:lstStyle/>
            <a:p>
              <a:pPr indent="0" lvl="0" marL="0" marR="0" rtl="0" algn="l">
                <a:lnSpc>
                  <a:spcPct val="100000"/>
                </a:lnSpc>
                <a:spcBef>
                  <a:spcPts val="0"/>
                </a:spcBef>
                <a:spcAft>
                  <a:spcPts val="0"/>
                </a:spcAft>
                <a:buClr>
                  <a:srgbClr val="000000"/>
                </a:buClr>
                <a:buSzPts val="924"/>
                <a:buFont typeface="Arial"/>
                <a:buNone/>
              </a:pPr>
              <a:r>
                <a:t/>
              </a:r>
              <a:endParaRPr b="0" i="0" sz="924" u="none" cap="none" strike="noStrike">
                <a:solidFill>
                  <a:srgbClr val="000000"/>
                </a:solidFill>
                <a:latin typeface="Arial"/>
                <a:ea typeface="Arial"/>
                <a:cs typeface="Arial"/>
                <a:sym typeface="Arial"/>
              </a:endParaRPr>
            </a:p>
          </p:txBody>
        </p:sp>
        <p:sp>
          <p:nvSpPr>
            <p:cNvPr id="633" name="Google Shape;633;p55"/>
            <p:cNvSpPr/>
            <p:nvPr/>
          </p:nvSpPr>
          <p:spPr>
            <a:xfrm>
              <a:off x="1373696" y="3174932"/>
              <a:ext cx="269700" cy="269700"/>
            </a:xfrm>
            <a:prstGeom prst="ellipse">
              <a:avLst/>
            </a:prstGeom>
            <a:solidFill>
              <a:schemeClr val="accent2"/>
            </a:solidFill>
            <a:ln>
              <a:noFill/>
            </a:ln>
          </p:spPr>
          <p:txBody>
            <a:bodyPr anchorCtr="0" anchor="ctr" bIns="60350" lIns="60350" spcFirstLastPara="1" rIns="60350" wrap="square" tIns="60350">
              <a:noAutofit/>
            </a:bodyPr>
            <a:lstStyle/>
            <a:p>
              <a:pPr indent="0" lvl="0" marL="0" marR="0" rtl="0" algn="l">
                <a:lnSpc>
                  <a:spcPct val="100000"/>
                </a:lnSpc>
                <a:spcBef>
                  <a:spcPts val="0"/>
                </a:spcBef>
                <a:spcAft>
                  <a:spcPts val="0"/>
                </a:spcAft>
                <a:buClr>
                  <a:srgbClr val="000000"/>
                </a:buClr>
                <a:buSzPts val="924"/>
                <a:buFont typeface="Arial"/>
                <a:buNone/>
              </a:pPr>
              <a:r>
                <a:t/>
              </a:r>
              <a:endParaRPr b="0" i="0" sz="924" u="none" cap="none" strike="noStrike">
                <a:solidFill>
                  <a:srgbClr val="000000"/>
                </a:solidFill>
                <a:latin typeface="Arial"/>
                <a:ea typeface="Arial"/>
                <a:cs typeface="Arial"/>
                <a:sym typeface="Arial"/>
              </a:endParaRPr>
            </a:p>
          </p:txBody>
        </p:sp>
        <p:sp>
          <p:nvSpPr>
            <p:cNvPr id="634" name="Google Shape;634;p55"/>
            <p:cNvSpPr/>
            <p:nvPr/>
          </p:nvSpPr>
          <p:spPr>
            <a:xfrm>
              <a:off x="1373696" y="3671269"/>
              <a:ext cx="269700" cy="269700"/>
            </a:xfrm>
            <a:prstGeom prst="ellipse">
              <a:avLst/>
            </a:prstGeom>
            <a:solidFill>
              <a:schemeClr val="accent2"/>
            </a:solidFill>
            <a:ln>
              <a:noFill/>
            </a:ln>
          </p:spPr>
          <p:txBody>
            <a:bodyPr anchorCtr="0" anchor="ctr" bIns="60350" lIns="60350" spcFirstLastPara="1" rIns="60350" wrap="square" tIns="60350">
              <a:noAutofit/>
            </a:bodyPr>
            <a:lstStyle/>
            <a:p>
              <a:pPr indent="0" lvl="0" marL="0" marR="0" rtl="0" algn="l">
                <a:lnSpc>
                  <a:spcPct val="100000"/>
                </a:lnSpc>
                <a:spcBef>
                  <a:spcPts val="0"/>
                </a:spcBef>
                <a:spcAft>
                  <a:spcPts val="0"/>
                </a:spcAft>
                <a:buClr>
                  <a:srgbClr val="000000"/>
                </a:buClr>
                <a:buSzPts val="924"/>
                <a:buFont typeface="Arial"/>
                <a:buNone/>
              </a:pPr>
              <a:r>
                <a:t/>
              </a:r>
              <a:endParaRPr b="0" i="0" sz="924" u="none" cap="none" strike="noStrike">
                <a:solidFill>
                  <a:srgbClr val="000000"/>
                </a:solidFill>
                <a:latin typeface="Arial"/>
                <a:ea typeface="Arial"/>
                <a:cs typeface="Arial"/>
                <a:sym typeface="Arial"/>
              </a:endParaRPr>
            </a:p>
          </p:txBody>
        </p:sp>
        <p:sp>
          <p:nvSpPr>
            <p:cNvPr id="635" name="Google Shape;635;p55"/>
            <p:cNvSpPr/>
            <p:nvPr/>
          </p:nvSpPr>
          <p:spPr>
            <a:xfrm>
              <a:off x="1373696" y="4106223"/>
              <a:ext cx="269700" cy="269700"/>
            </a:xfrm>
            <a:prstGeom prst="ellipse">
              <a:avLst/>
            </a:prstGeom>
            <a:solidFill>
              <a:schemeClr val="accent2"/>
            </a:solidFill>
            <a:ln>
              <a:noFill/>
            </a:ln>
          </p:spPr>
          <p:txBody>
            <a:bodyPr anchorCtr="0" anchor="ctr" bIns="60350" lIns="60350" spcFirstLastPara="1" rIns="60350" wrap="square" tIns="60350">
              <a:noAutofit/>
            </a:bodyPr>
            <a:lstStyle/>
            <a:p>
              <a:pPr indent="0" lvl="0" marL="0" marR="0" rtl="0" algn="l">
                <a:lnSpc>
                  <a:spcPct val="100000"/>
                </a:lnSpc>
                <a:spcBef>
                  <a:spcPts val="0"/>
                </a:spcBef>
                <a:spcAft>
                  <a:spcPts val="0"/>
                </a:spcAft>
                <a:buClr>
                  <a:srgbClr val="000000"/>
                </a:buClr>
                <a:buSzPts val="924"/>
                <a:buFont typeface="Arial"/>
                <a:buNone/>
              </a:pPr>
              <a:r>
                <a:t/>
              </a:r>
              <a:endParaRPr b="0" i="0" sz="924" u="none" cap="none" strike="noStrike">
                <a:solidFill>
                  <a:srgbClr val="000000"/>
                </a:solidFill>
                <a:latin typeface="Arial"/>
                <a:ea typeface="Arial"/>
                <a:cs typeface="Arial"/>
                <a:sym typeface="Arial"/>
              </a:endParaRPr>
            </a:p>
          </p:txBody>
        </p:sp>
        <p:sp>
          <p:nvSpPr>
            <p:cNvPr id="636" name="Google Shape;636;p55"/>
            <p:cNvSpPr/>
            <p:nvPr/>
          </p:nvSpPr>
          <p:spPr>
            <a:xfrm>
              <a:off x="1373696" y="2106607"/>
              <a:ext cx="269700" cy="269700"/>
            </a:xfrm>
            <a:prstGeom prst="ellipse">
              <a:avLst/>
            </a:prstGeom>
            <a:solidFill>
              <a:schemeClr val="accent2"/>
            </a:solidFill>
            <a:ln>
              <a:noFill/>
            </a:ln>
          </p:spPr>
          <p:txBody>
            <a:bodyPr anchorCtr="0" anchor="ctr" bIns="60350" lIns="60350" spcFirstLastPara="1" rIns="60350" wrap="square" tIns="60350">
              <a:noAutofit/>
            </a:bodyPr>
            <a:lstStyle/>
            <a:p>
              <a:pPr indent="0" lvl="0" marL="0" marR="0" rtl="0" algn="l">
                <a:lnSpc>
                  <a:spcPct val="100000"/>
                </a:lnSpc>
                <a:spcBef>
                  <a:spcPts val="0"/>
                </a:spcBef>
                <a:spcAft>
                  <a:spcPts val="0"/>
                </a:spcAft>
                <a:buClr>
                  <a:srgbClr val="000000"/>
                </a:buClr>
                <a:buSzPts val="924"/>
                <a:buFont typeface="Arial"/>
                <a:buNone/>
              </a:pPr>
              <a:r>
                <a:t/>
              </a:r>
              <a:endParaRPr b="0" i="0" sz="924" u="none" cap="none" strike="noStrike">
                <a:solidFill>
                  <a:srgbClr val="000000"/>
                </a:solidFill>
                <a:latin typeface="Arial"/>
                <a:ea typeface="Arial"/>
                <a:cs typeface="Arial"/>
                <a:sym typeface="Arial"/>
              </a:endParaRPr>
            </a:p>
          </p:txBody>
        </p:sp>
      </p:grpSp>
      <p:grpSp>
        <p:nvGrpSpPr>
          <p:cNvPr id="637" name="Google Shape;637;p55"/>
          <p:cNvGrpSpPr/>
          <p:nvPr/>
        </p:nvGrpSpPr>
        <p:grpSpPr>
          <a:xfrm>
            <a:off x="2239325" y="2002303"/>
            <a:ext cx="2058345" cy="1594722"/>
            <a:chOff x="2239325" y="2002303"/>
            <a:chExt cx="2058345" cy="1594722"/>
          </a:xfrm>
        </p:grpSpPr>
        <p:sp>
          <p:nvSpPr>
            <p:cNvPr id="638" name="Google Shape;638;p55"/>
            <p:cNvSpPr txBox="1"/>
            <p:nvPr/>
          </p:nvSpPr>
          <p:spPr>
            <a:xfrm>
              <a:off x="3641870" y="2002303"/>
              <a:ext cx="655800" cy="26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300">
                  <a:solidFill>
                    <a:schemeClr val="lt1"/>
                  </a:solidFill>
                  <a:latin typeface="Maven Pro"/>
                  <a:ea typeface="Maven Pro"/>
                  <a:cs typeface="Maven Pro"/>
                  <a:sym typeface="Maven Pro"/>
                </a:rPr>
                <a:t>nodes</a:t>
              </a:r>
              <a:endParaRPr sz="1300">
                <a:solidFill>
                  <a:schemeClr val="lt1"/>
                </a:solidFill>
                <a:latin typeface="Maven Pro"/>
                <a:ea typeface="Maven Pro"/>
                <a:cs typeface="Maven Pro"/>
                <a:sym typeface="Maven Pro"/>
              </a:endParaRPr>
            </a:p>
          </p:txBody>
        </p:sp>
        <p:sp>
          <p:nvSpPr>
            <p:cNvPr id="639" name="Google Shape;639;p55"/>
            <p:cNvSpPr txBox="1"/>
            <p:nvPr/>
          </p:nvSpPr>
          <p:spPr>
            <a:xfrm>
              <a:off x="2430775" y="3327325"/>
              <a:ext cx="655800" cy="26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300">
                  <a:solidFill>
                    <a:schemeClr val="lt1"/>
                  </a:solidFill>
                  <a:latin typeface="Maven Pro"/>
                  <a:ea typeface="Maven Pro"/>
                  <a:cs typeface="Maven Pro"/>
                  <a:sym typeface="Maven Pro"/>
                </a:rPr>
                <a:t>edges</a:t>
              </a:r>
              <a:endParaRPr sz="1300">
                <a:solidFill>
                  <a:schemeClr val="lt1"/>
                </a:solidFill>
                <a:latin typeface="Maven Pro"/>
                <a:ea typeface="Maven Pro"/>
                <a:cs typeface="Maven Pro"/>
                <a:sym typeface="Maven Pro"/>
              </a:endParaRPr>
            </a:p>
          </p:txBody>
        </p:sp>
        <p:sp>
          <p:nvSpPr>
            <p:cNvPr id="640" name="Google Shape;640;p55"/>
            <p:cNvSpPr/>
            <p:nvPr/>
          </p:nvSpPr>
          <p:spPr>
            <a:xfrm>
              <a:off x="2239350" y="2171400"/>
              <a:ext cx="888600" cy="3246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641" name="Google Shape;641;p55"/>
            <p:cNvSpPr txBox="1"/>
            <p:nvPr/>
          </p:nvSpPr>
          <p:spPr>
            <a:xfrm>
              <a:off x="2239325" y="2171400"/>
              <a:ext cx="888600" cy="32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300">
                  <a:solidFill>
                    <a:schemeClr val="lt1"/>
                  </a:solidFill>
                  <a:latin typeface="Maven Pro"/>
                  <a:ea typeface="Maven Pro"/>
                  <a:cs typeface="Maven Pro"/>
                  <a:sym typeface="Maven Pro"/>
                </a:rPr>
                <a:t>Encoders</a:t>
              </a:r>
              <a:endParaRPr sz="1300">
                <a:solidFill>
                  <a:schemeClr val="lt1"/>
                </a:solidFill>
                <a:latin typeface="Maven Pro"/>
                <a:ea typeface="Maven Pro"/>
                <a:cs typeface="Maven Pro"/>
                <a:sym typeface="Maven Pro"/>
              </a:endParaRPr>
            </a:p>
          </p:txBody>
        </p:sp>
        <p:cxnSp>
          <p:nvCxnSpPr>
            <p:cNvPr id="642" name="Google Shape;642;p55"/>
            <p:cNvCxnSpPr>
              <a:stCxn id="641" idx="2"/>
              <a:endCxn id="639" idx="1"/>
            </p:cNvCxnSpPr>
            <p:nvPr/>
          </p:nvCxnSpPr>
          <p:spPr>
            <a:xfrm rot="5400000">
              <a:off x="2074025" y="2852700"/>
              <a:ext cx="966300" cy="252900"/>
            </a:xfrm>
            <a:prstGeom prst="curvedConnector4">
              <a:avLst>
                <a:gd fmla="val 43016" name="adj1"/>
                <a:gd fmla="val 194138" name="adj2"/>
              </a:avLst>
            </a:prstGeom>
            <a:noFill/>
            <a:ln cap="flat" cmpd="sng" w="9525">
              <a:solidFill>
                <a:schemeClr val="lt1"/>
              </a:solidFill>
              <a:prstDash val="solid"/>
              <a:round/>
              <a:headEnd len="med" w="med" type="none"/>
              <a:tailEnd len="med" w="med" type="stealth"/>
            </a:ln>
          </p:spPr>
        </p:cxnSp>
        <p:cxnSp>
          <p:nvCxnSpPr>
            <p:cNvPr id="643" name="Google Shape;643;p55"/>
            <p:cNvCxnSpPr>
              <a:endCxn id="638" idx="1"/>
            </p:cNvCxnSpPr>
            <p:nvPr/>
          </p:nvCxnSpPr>
          <p:spPr>
            <a:xfrm flipH="1" rot="10800000">
              <a:off x="3183170" y="2137153"/>
              <a:ext cx="458700" cy="224400"/>
            </a:xfrm>
            <a:prstGeom prst="curvedConnector3">
              <a:avLst>
                <a:gd fmla="val 50000" name="adj1"/>
              </a:avLst>
            </a:prstGeom>
            <a:noFill/>
            <a:ln cap="flat" cmpd="sng" w="9525">
              <a:solidFill>
                <a:schemeClr val="lt1"/>
              </a:solidFill>
              <a:prstDash val="solid"/>
              <a:round/>
              <a:headEnd len="med" w="med" type="none"/>
              <a:tailEnd len="med" w="med" type="stealth"/>
            </a:ln>
          </p:spPr>
        </p:cxnSp>
      </p:grpSp>
      <p:grpSp>
        <p:nvGrpSpPr>
          <p:cNvPr id="644" name="Google Shape;644;p55"/>
          <p:cNvGrpSpPr/>
          <p:nvPr/>
        </p:nvGrpSpPr>
        <p:grpSpPr>
          <a:xfrm>
            <a:off x="3086575" y="2272003"/>
            <a:ext cx="1757525" cy="2369322"/>
            <a:chOff x="3086575" y="2272003"/>
            <a:chExt cx="1757525" cy="2369322"/>
          </a:xfrm>
        </p:grpSpPr>
        <p:cxnSp>
          <p:nvCxnSpPr>
            <p:cNvPr id="645" name="Google Shape;645;p55"/>
            <p:cNvCxnSpPr>
              <a:stCxn id="638" idx="2"/>
              <a:endCxn id="646" idx="0"/>
            </p:cNvCxnSpPr>
            <p:nvPr/>
          </p:nvCxnSpPr>
          <p:spPr>
            <a:xfrm>
              <a:off x="3969770" y="2272003"/>
              <a:ext cx="3600" cy="154200"/>
            </a:xfrm>
            <a:prstGeom prst="straightConnector1">
              <a:avLst/>
            </a:prstGeom>
            <a:noFill/>
            <a:ln cap="flat" cmpd="sng" w="9525">
              <a:solidFill>
                <a:schemeClr val="lt1"/>
              </a:solidFill>
              <a:prstDash val="solid"/>
              <a:round/>
              <a:headEnd len="med" w="med" type="none"/>
              <a:tailEnd len="med" w="med" type="stealth"/>
            </a:ln>
          </p:spPr>
        </p:cxnSp>
        <p:cxnSp>
          <p:nvCxnSpPr>
            <p:cNvPr id="647" name="Google Shape;647;p55"/>
            <p:cNvCxnSpPr>
              <a:stCxn id="639" idx="3"/>
              <a:endCxn id="646" idx="1"/>
            </p:cNvCxnSpPr>
            <p:nvPr/>
          </p:nvCxnSpPr>
          <p:spPr>
            <a:xfrm flipH="1" rot="10800000">
              <a:off x="3086575" y="2601475"/>
              <a:ext cx="364200" cy="860700"/>
            </a:xfrm>
            <a:prstGeom prst="curvedConnector3">
              <a:avLst>
                <a:gd fmla="val 50013" name="adj1"/>
              </a:avLst>
            </a:prstGeom>
            <a:noFill/>
            <a:ln cap="flat" cmpd="sng" w="9525">
              <a:solidFill>
                <a:schemeClr val="lt1"/>
              </a:solidFill>
              <a:prstDash val="solid"/>
              <a:round/>
              <a:headEnd len="med" w="med" type="none"/>
              <a:tailEnd len="med" w="med" type="stealth"/>
            </a:ln>
          </p:spPr>
        </p:cxnSp>
        <p:cxnSp>
          <p:nvCxnSpPr>
            <p:cNvPr id="648" name="Google Shape;648;p55"/>
            <p:cNvCxnSpPr>
              <a:stCxn id="639" idx="3"/>
              <a:endCxn id="649" idx="1"/>
            </p:cNvCxnSpPr>
            <p:nvPr/>
          </p:nvCxnSpPr>
          <p:spPr>
            <a:xfrm flipH="1" rot="10800000">
              <a:off x="3086575" y="3101575"/>
              <a:ext cx="364200" cy="360600"/>
            </a:xfrm>
            <a:prstGeom prst="curvedConnector3">
              <a:avLst>
                <a:gd fmla="val 50013" name="adj1"/>
              </a:avLst>
            </a:prstGeom>
            <a:noFill/>
            <a:ln cap="flat" cmpd="sng" w="9525">
              <a:solidFill>
                <a:schemeClr val="lt1"/>
              </a:solidFill>
              <a:prstDash val="solid"/>
              <a:round/>
              <a:headEnd len="med" w="med" type="none"/>
              <a:tailEnd len="med" w="med" type="stealth"/>
            </a:ln>
          </p:spPr>
        </p:cxnSp>
        <p:cxnSp>
          <p:nvCxnSpPr>
            <p:cNvPr id="650" name="Google Shape;650;p55"/>
            <p:cNvCxnSpPr>
              <a:stCxn id="639" idx="3"/>
              <a:endCxn id="651" idx="1"/>
            </p:cNvCxnSpPr>
            <p:nvPr/>
          </p:nvCxnSpPr>
          <p:spPr>
            <a:xfrm>
              <a:off x="3086575" y="3462175"/>
              <a:ext cx="364200" cy="90000"/>
            </a:xfrm>
            <a:prstGeom prst="curvedConnector3">
              <a:avLst>
                <a:gd fmla="val 50013" name="adj1"/>
              </a:avLst>
            </a:prstGeom>
            <a:noFill/>
            <a:ln cap="flat" cmpd="sng" w="9525">
              <a:solidFill>
                <a:schemeClr val="lt1"/>
              </a:solidFill>
              <a:prstDash val="solid"/>
              <a:round/>
              <a:headEnd len="med" w="med" type="none"/>
              <a:tailEnd len="med" w="med" type="stealth"/>
            </a:ln>
          </p:spPr>
        </p:cxnSp>
        <p:cxnSp>
          <p:nvCxnSpPr>
            <p:cNvPr id="652" name="Google Shape;652;p55"/>
            <p:cNvCxnSpPr>
              <a:stCxn id="639" idx="3"/>
              <a:endCxn id="653" idx="1"/>
            </p:cNvCxnSpPr>
            <p:nvPr/>
          </p:nvCxnSpPr>
          <p:spPr>
            <a:xfrm>
              <a:off x="3086575" y="3462175"/>
              <a:ext cx="364200" cy="549600"/>
            </a:xfrm>
            <a:prstGeom prst="curvedConnector3">
              <a:avLst>
                <a:gd fmla="val 50013" name="adj1"/>
              </a:avLst>
            </a:prstGeom>
            <a:noFill/>
            <a:ln cap="flat" cmpd="sng" w="9525">
              <a:solidFill>
                <a:schemeClr val="lt1"/>
              </a:solidFill>
              <a:prstDash val="solid"/>
              <a:round/>
              <a:headEnd len="med" w="med" type="none"/>
              <a:tailEnd len="med" w="med" type="stealth"/>
            </a:ln>
          </p:spPr>
        </p:cxnSp>
        <p:cxnSp>
          <p:nvCxnSpPr>
            <p:cNvPr id="654" name="Google Shape;654;p55"/>
            <p:cNvCxnSpPr>
              <a:stCxn id="639" idx="3"/>
              <a:endCxn id="655" idx="1"/>
            </p:cNvCxnSpPr>
            <p:nvPr/>
          </p:nvCxnSpPr>
          <p:spPr>
            <a:xfrm>
              <a:off x="3086575" y="3462175"/>
              <a:ext cx="364200" cy="988200"/>
            </a:xfrm>
            <a:prstGeom prst="curvedConnector3">
              <a:avLst>
                <a:gd fmla="val 50013" name="adj1"/>
              </a:avLst>
            </a:prstGeom>
            <a:noFill/>
            <a:ln cap="flat" cmpd="sng" w="9525">
              <a:solidFill>
                <a:schemeClr val="lt1"/>
              </a:solidFill>
              <a:prstDash val="solid"/>
              <a:round/>
              <a:headEnd len="med" w="med" type="none"/>
              <a:tailEnd len="med" w="med" type="stealth"/>
            </a:ln>
          </p:spPr>
        </p:cxnSp>
        <p:sp>
          <p:nvSpPr>
            <p:cNvPr id="656" name="Google Shape;656;p55"/>
            <p:cNvSpPr/>
            <p:nvPr/>
          </p:nvSpPr>
          <p:spPr>
            <a:xfrm>
              <a:off x="4449900" y="2441725"/>
              <a:ext cx="394200" cy="21996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grpSp>
          <p:nvGrpSpPr>
            <p:cNvPr id="657" name="Google Shape;657;p55"/>
            <p:cNvGrpSpPr/>
            <p:nvPr/>
          </p:nvGrpSpPr>
          <p:grpSpPr>
            <a:xfrm>
              <a:off x="3450870" y="2426148"/>
              <a:ext cx="1342190" cy="2199600"/>
              <a:chOff x="3709500" y="2327463"/>
              <a:chExt cx="1242308" cy="2035913"/>
            </a:xfrm>
          </p:grpSpPr>
          <p:sp>
            <p:nvSpPr>
              <p:cNvPr id="658" name="Google Shape;658;p55"/>
              <p:cNvSpPr/>
              <p:nvPr/>
            </p:nvSpPr>
            <p:spPr>
              <a:xfrm>
                <a:off x="4677008" y="2381253"/>
                <a:ext cx="269700" cy="269700"/>
              </a:xfrm>
              <a:prstGeom prst="ellipse">
                <a:avLst/>
              </a:prstGeom>
              <a:solidFill>
                <a:schemeClr val="lt1"/>
              </a:solidFill>
              <a:ln>
                <a:noFill/>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Clr>
                    <a:srgbClr val="000000"/>
                  </a:buClr>
                  <a:buSzPts val="998"/>
                  <a:buFont typeface="Arial"/>
                  <a:buNone/>
                </a:pPr>
                <a:r>
                  <a:t/>
                </a:r>
                <a:endParaRPr b="0" i="0" sz="998" u="none" cap="none" strike="noStrike">
                  <a:solidFill>
                    <a:srgbClr val="000000"/>
                  </a:solidFill>
                  <a:latin typeface="Arial"/>
                  <a:ea typeface="Arial"/>
                  <a:cs typeface="Arial"/>
                  <a:sym typeface="Arial"/>
                </a:endParaRPr>
              </a:p>
            </p:txBody>
          </p:sp>
          <p:sp>
            <p:nvSpPr>
              <p:cNvPr id="659" name="Google Shape;659;p55"/>
              <p:cNvSpPr/>
              <p:nvPr/>
            </p:nvSpPr>
            <p:spPr>
              <a:xfrm>
                <a:off x="4682108" y="2845303"/>
                <a:ext cx="269700" cy="269700"/>
              </a:xfrm>
              <a:prstGeom prst="ellipse">
                <a:avLst/>
              </a:prstGeom>
              <a:solidFill>
                <a:schemeClr val="lt1"/>
              </a:solidFill>
              <a:ln>
                <a:noFill/>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Clr>
                    <a:srgbClr val="000000"/>
                  </a:buClr>
                  <a:buSzPts val="998"/>
                  <a:buFont typeface="Arial"/>
                  <a:buNone/>
                </a:pPr>
                <a:r>
                  <a:t/>
                </a:r>
                <a:endParaRPr b="0" i="0" sz="998" u="none" cap="none" strike="noStrike">
                  <a:solidFill>
                    <a:srgbClr val="000000"/>
                  </a:solidFill>
                  <a:latin typeface="Arial"/>
                  <a:ea typeface="Arial"/>
                  <a:cs typeface="Arial"/>
                  <a:sym typeface="Arial"/>
                </a:endParaRPr>
              </a:p>
            </p:txBody>
          </p:sp>
          <p:sp>
            <p:nvSpPr>
              <p:cNvPr id="646" name="Google Shape;646;p55"/>
              <p:cNvSpPr txBox="1"/>
              <p:nvPr/>
            </p:nvSpPr>
            <p:spPr>
              <a:xfrm>
                <a:off x="3709500" y="2327463"/>
                <a:ext cx="967500" cy="324600"/>
              </a:xfrm>
              <a:prstGeom prst="rect">
                <a:avLst/>
              </a:prstGeom>
              <a:noFill/>
              <a:ln>
                <a:noFill/>
              </a:ln>
            </p:spPr>
            <p:txBody>
              <a:bodyPr anchorCtr="0" anchor="ctr" bIns="98775" lIns="98775" spcFirstLastPara="1" rIns="98775" wrap="square" tIns="98775">
                <a:noAutofit/>
              </a:bodyPr>
              <a:lstStyle/>
              <a:p>
                <a:pPr indent="0" lvl="0" marL="0" rtl="0" algn="ctr">
                  <a:spcBef>
                    <a:spcPts val="0"/>
                  </a:spcBef>
                  <a:spcAft>
                    <a:spcPts val="0"/>
                  </a:spcAft>
                  <a:buNone/>
                </a:pPr>
                <a:r>
                  <a:rPr lang="it" sz="1404">
                    <a:solidFill>
                      <a:schemeClr val="lt1"/>
                    </a:solidFill>
                    <a:latin typeface="Maven Pro"/>
                    <a:ea typeface="Maven Pro"/>
                    <a:cs typeface="Maven Pro"/>
                    <a:sym typeface="Maven Pro"/>
                  </a:rPr>
                  <a:t>GINEConv</a:t>
                </a:r>
                <a:endParaRPr sz="1404">
                  <a:solidFill>
                    <a:schemeClr val="lt1"/>
                  </a:solidFill>
                  <a:latin typeface="Maven Pro"/>
                  <a:ea typeface="Maven Pro"/>
                  <a:cs typeface="Maven Pro"/>
                  <a:sym typeface="Maven Pro"/>
                </a:endParaRPr>
              </a:p>
            </p:txBody>
          </p:sp>
          <p:sp>
            <p:nvSpPr>
              <p:cNvPr id="649" name="Google Shape;649;p55"/>
              <p:cNvSpPr txBox="1"/>
              <p:nvPr/>
            </p:nvSpPr>
            <p:spPr>
              <a:xfrm>
                <a:off x="3709500" y="2790400"/>
                <a:ext cx="967500" cy="324600"/>
              </a:xfrm>
              <a:prstGeom prst="rect">
                <a:avLst/>
              </a:prstGeom>
              <a:noFill/>
              <a:ln>
                <a:noFill/>
              </a:ln>
            </p:spPr>
            <p:txBody>
              <a:bodyPr anchorCtr="0" anchor="ctr" bIns="98775" lIns="98775" spcFirstLastPara="1" rIns="98775" wrap="square" tIns="98775">
                <a:noAutofit/>
              </a:bodyPr>
              <a:lstStyle/>
              <a:p>
                <a:pPr indent="0" lvl="0" marL="0" rtl="0" algn="ctr">
                  <a:spcBef>
                    <a:spcPts val="0"/>
                  </a:spcBef>
                  <a:spcAft>
                    <a:spcPts val="0"/>
                  </a:spcAft>
                  <a:buNone/>
                </a:pPr>
                <a:r>
                  <a:rPr lang="it" sz="1404">
                    <a:solidFill>
                      <a:schemeClr val="lt1"/>
                    </a:solidFill>
                    <a:latin typeface="Maven Pro"/>
                    <a:ea typeface="Maven Pro"/>
                    <a:cs typeface="Maven Pro"/>
                    <a:sym typeface="Maven Pro"/>
                  </a:rPr>
                  <a:t>GINEConv</a:t>
                </a:r>
                <a:endParaRPr sz="1404">
                  <a:solidFill>
                    <a:schemeClr val="lt1"/>
                  </a:solidFill>
                  <a:latin typeface="Maven Pro"/>
                  <a:ea typeface="Maven Pro"/>
                  <a:cs typeface="Maven Pro"/>
                  <a:sym typeface="Maven Pro"/>
                </a:endParaRPr>
              </a:p>
            </p:txBody>
          </p:sp>
          <p:sp>
            <p:nvSpPr>
              <p:cNvPr id="651" name="Google Shape;651;p55"/>
              <p:cNvSpPr txBox="1"/>
              <p:nvPr/>
            </p:nvSpPr>
            <p:spPr>
              <a:xfrm>
                <a:off x="3709500" y="3207300"/>
                <a:ext cx="967500" cy="324600"/>
              </a:xfrm>
              <a:prstGeom prst="rect">
                <a:avLst/>
              </a:prstGeom>
              <a:noFill/>
              <a:ln>
                <a:noFill/>
              </a:ln>
            </p:spPr>
            <p:txBody>
              <a:bodyPr anchorCtr="0" anchor="ctr" bIns="98775" lIns="98775" spcFirstLastPara="1" rIns="98775" wrap="square" tIns="98775">
                <a:noAutofit/>
              </a:bodyPr>
              <a:lstStyle/>
              <a:p>
                <a:pPr indent="0" lvl="0" marL="0" rtl="0" algn="ctr">
                  <a:spcBef>
                    <a:spcPts val="0"/>
                  </a:spcBef>
                  <a:spcAft>
                    <a:spcPts val="0"/>
                  </a:spcAft>
                  <a:buNone/>
                </a:pPr>
                <a:r>
                  <a:rPr lang="it" sz="1404">
                    <a:solidFill>
                      <a:schemeClr val="lt1"/>
                    </a:solidFill>
                    <a:latin typeface="Maven Pro"/>
                    <a:ea typeface="Maven Pro"/>
                    <a:cs typeface="Maven Pro"/>
                    <a:sym typeface="Maven Pro"/>
                  </a:rPr>
                  <a:t>GINEConv</a:t>
                </a:r>
                <a:endParaRPr sz="1404">
                  <a:solidFill>
                    <a:schemeClr val="lt1"/>
                  </a:solidFill>
                  <a:latin typeface="Maven Pro"/>
                  <a:ea typeface="Maven Pro"/>
                  <a:cs typeface="Maven Pro"/>
                  <a:sym typeface="Maven Pro"/>
                </a:endParaRPr>
              </a:p>
            </p:txBody>
          </p:sp>
          <p:sp>
            <p:nvSpPr>
              <p:cNvPr id="653" name="Google Shape;653;p55"/>
              <p:cNvSpPr txBox="1"/>
              <p:nvPr/>
            </p:nvSpPr>
            <p:spPr>
              <a:xfrm>
                <a:off x="3709500" y="3632875"/>
                <a:ext cx="967500" cy="324600"/>
              </a:xfrm>
              <a:prstGeom prst="rect">
                <a:avLst/>
              </a:prstGeom>
              <a:noFill/>
              <a:ln>
                <a:noFill/>
              </a:ln>
            </p:spPr>
            <p:txBody>
              <a:bodyPr anchorCtr="0" anchor="ctr" bIns="98775" lIns="98775" spcFirstLastPara="1" rIns="98775" wrap="square" tIns="98775">
                <a:noAutofit/>
              </a:bodyPr>
              <a:lstStyle/>
              <a:p>
                <a:pPr indent="0" lvl="0" marL="0" rtl="0" algn="ctr">
                  <a:spcBef>
                    <a:spcPts val="0"/>
                  </a:spcBef>
                  <a:spcAft>
                    <a:spcPts val="0"/>
                  </a:spcAft>
                  <a:buNone/>
                </a:pPr>
                <a:r>
                  <a:rPr lang="it" sz="1404">
                    <a:solidFill>
                      <a:schemeClr val="lt1"/>
                    </a:solidFill>
                    <a:latin typeface="Maven Pro"/>
                    <a:ea typeface="Maven Pro"/>
                    <a:cs typeface="Maven Pro"/>
                    <a:sym typeface="Maven Pro"/>
                  </a:rPr>
                  <a:t>GINEConv</a:t>
                </a:r>
                <a:endParaRPr sz="1404">
                  <a:solidFill>
                    <a:schemeClr val="lt1"/>
                  </a:solidFill>
                  <a:latin typeface="Maven Pro"/>
                  <a:ea typeface="Maven Pro"/>
                  <a:cs typeface="Maven Pro"/>
                  <a:sym typeface="Maven Pro"/>
                </a:endParaRPr>
              </a:p>
            </p:txBody>
          </p:sp>
          <p:sp>
            <p:nvSpPr>
              <p:cNvPr id="655" name="Google Shape;655;p55"/>
              <p:cNvSpPr txBox="1"/>
              <p:nvPr/>
            </p:nvSpPr>
            <p:spPr>
              <a:xfrm>
                <a:off x="3709500" y="4038775"/>
                <a:ext cx="967500" cy="324600"/>
              </a:xfrm>
              <a:prstGeom prst="rect">
                <a:avLst/>
              </a:prstGeom>
              <a:noFill/>
              <a:ln>
                <a:noFill/>
              </a:ln>
            </p:spPr>
            <p:txBody>
              <a:bodyPr anchorCtr="0" anchor="ctr" bIns="98775" lIns="98775" spcFirstLastPara="1" rIns="98775" wrap="square" tIns="98775">
                <a:noAutofit/>
              </a:bodyPr>
              <a:lstStyle/>
              <a:p>
                <a:pPr indent="0" lvl="0" marL="0" rtl="0" algn="ctr">
                  <a:spcBef>
                    <a:spcPts val="0"/>
                  </a:spcBef>
                  <a:spcAft>
                    <a:spcPts val="0"/>
                  </a:spcAft>
                  <a:buNone/>
                </a:pPr>
                <a:r>
                  <a:rPr lang="it" sz="1404">
                    <a:solidFill>
                      <a:schemeClr val="lt1"/>
                    </a:solidFill>
                    <a:latin typeface="Maven Pro"/>
                    <a:ea typeface="Maven Pro"/>
                    <a:cs typeface="Maven Pro"/>
                    <a:sym typeface="Maven Pro"/>
                  </a:rPr>
                  <a:t>GINEConv</a:t>
                </a:r>
                <a:endParaRPr sz="1404">
                  <a:solidFill>
                    <a:schemeClr val="lt1"/>
                  </a:solidFill>
                  <a:latin typeface="Maven Pro"/>
                  <a:ea typeface="Maven Pro"/>
                  <a:cs typeface="Maven Pro"/>
                  <a:sym typeface="Maven Pro"/>
                </a:endParaRPr>
              </a:p>
            </p:txBody>
          </p:sp>
          <p:cxnSp>
            <p:nvCxnSpPr>
              <p:cNvPr id="660" name="Google Shape;660;p55"/>
              <p:cNvCxnSpPr>
                <a:endCxn id="649" idx="0"/>
              </p:cNvCxnSpPr>
              <p:nvPr/>
            </p:nvCxnSpPr>
            <p:spPr>
              <a:xfrm>
                <a:off x="4193250" y="2609200"/>
                <a:ext cx="0" cy="181200"/>
              </a:xfrm>
              <a:prstGeom prst="straightConnector1">
                <a:avLst/>
              </a:prstGeom>
              <a:noFill/>
              <a:ln cap="flat" cmpd="sng" w="10300">
                <a:solidFill>
                  <a:schemeClr val="lt1"/>
                </a:solidFill>
                <a:prstDash val="solid"/>
                <a:round/>
                <a:headEnd len="med" w="med" type="none"/>
                <a:tailEnd len="med" w="med" type="stealth"/>
              </a:ln>
            </p:spPr>
          </p:cxnSp>
          <p:cxnSp>
            <p:nvCxnSpPr>
              <p:cNvPr id="661" name="Google Shape;661;p55"/>
              <p:cNvCxnSpPr/>
              <p:nvPr/>
            </p:nvCxnSpPr>
            <p:spPr>
              <a:xfrm>
                <a:off x="4205950" y="3102900"/>
                <a:ext cx="0" cy="181200"/>
              </a:xfrm>
              <a:prstGeom prst="straightConnector1">
                <a:avLst/>
              </a:prstGeom>
              <a:noFill/>
              <a:ln cap="flat" cmpd="sng" w="10300">
                <a:solidFill>
                  <a:schemeClr val="lt1"/>
                </a:solidFill>
                <a:prstDash val="solid"/>
                <a:round/>
                <a:headEnd len="med" w="med" type="none"/>
                <a:tailEnd len="med" w="med" type="stealth"/>
              </a:ln>
            </p:spPr>
          </p:cxnSp>
          <p:cxnSp>
            <p:nvCxnSpPr>
              <p:cNvPr id="662" name="Google Shape;662;p55"/>
              <p:cNvCxnSpPr/>
              <p:nvPr/>
            </p:nvCxnSpPr>
            <p:spPr>
              <a:xfrm>
                <a:off x="4205933" y="3520825"/>
                <a:ext cx="0" cy="181200"/>
              </a:xfrm>
              <a:prstGeom prst="straightConnector1">
                <a:avLst/>
              </a:prstGeom>
              <a:noFill/>
              <a:ln cap="flat" cmpd="sng" w="10300">
                <a:solidFill>
                  <a:schemeClr val="lt1"/>
                </a:solidFill>
                <a:prstDash val="solid"/>
                <a:round/>
                <a:headEnd len="med" w="med" type="none"/>
                <a:tailEnd len="med" w="med" type="stealth"/>
              </a:ln>
            </p:spPr>
          </p:cxnSp>
          <p:cxnSp>
            <p:nvCxnSpPr>
              <p:cNvPr id="663" name="Google Shape;663;p55"/>
              <p:cNvCxnSpPr/>
              <p:nvPr/>
            </p:nvCxnSpPr>
            <p:spPr>
              <a:xfrm>
                <a:off x="4210175" y="3916525"/>
                <a:ext cx="0" cy="181200"/>
              </a:xfrm>
              <a:prstGeom prst="straightConnector1">
                <a:avLst/>
              </a:prstGeom>
              <a:noFill/>
              <a:ln cap="flat" cmpd="sng" w="10300">
                <a:solidFill>
                  <a:schemeClr val="lt1"/>
                </a:solidFill>
                <a:prstDash val="solid"/>
                <a:round/>
                <a:headEnd len="med" w="med" type="none"/>
                <a:tailEnd len="med" w="med" type="stealth"/>
              </a:ln>
            </p:spPr>
          </p:cxnSp>
          <p:sp>
            <p:nvSpPr>
              <p:cNvPr id="664" name="Google Shape;664;p55"/>
              <p:cNvSpPr/>
              <p:nvPr/>
            </p:nvSpPr>
            <p:spPr>
              <a:xfrm>
                <a:off x="4682108" y="3251853"/>
                <a:ext cx="269700" cy="269700"/>
              </a:xfrm>
              <a:prstGeom prst="ellipse">
                <a:avLst/>
              </a:prstGeom>
              <a:solidFill>
                <a:schemeClr val="lt1"/>
              </a:solidFill>
              <a:ln>
                <a:noFill/>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Clr>
                    <a:srgbClr val="000000"/>
                  </a:buClr>
                  <a:buSzPts val="998"/>
                  <a:buFont typeface="Arial"/>
                  <a:buNone/>
                </a:pPr>
                <a:r>
                  <a:t/>
                </a:r>
                <a:endParaRPr b="0" i="0" sz="998" u="none" cap="none" strike="noStrike">
                  <a:solidFill>
                    <a:srgbClr val="000000"/>
                  </a:solidFill>
                  <a:latin typeface="Arial"/>
                  <a:ea typeface="Arial"/>
                  <a:cs typeface="Arial"/>
                  <a:sym typeface="Arial"/>
                </a:endParaRPr>
              </a:p>
            </p:txBody>
          </p:sp>
          <p:sp>
            <p:nvSpPr>
              <p:cNvPr id="665" name="Google Shape;665;p55"/>
              <p:cNvSpPr/>
              <p:nvPr/>
            </p:nvSpPr>
            <p:spPr>
              <a:xfrm>
                <a:off x="4682108" y="3703003"/>
                <a:ext cx="269700" cy="269700"/>
              </a:xfrm>
              <a:prstGeom prst="ellipse">
                <a:avLst/>
              </a:prstGeom>
              <a:solidFill>
                <a:schemeClr val="lt1"/>
              </a:solidFill>
              <a:ln>
                <a:noFill/>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Clr>
                    <a:srgbClr val="000000"/>
                  </a:buClr>
                  <a:buSzPts val="998"/>
                  <a:buFont typeface="Arial"/>
                  <a:buNone/>
                </a:pPr>
                <a:r>
                  <a:t/>
                </a:r>
                <a:endParaRPr b="0" i="0" sz="998" u="none" cap="none" strike="noStrike">
                  <a:solidFill>
                    <a:srgbClr val="000000"/>
                  </a:solidFill>
                  <a:latin typeface="Arial"/>
                  <a:ea typeface="Arial"/>
                  <a:cs typeface="Arial"/>
                  <a:sym typeface="Arial"/>
                </a:endParaRPr>
              </a:p>
            </p:txBody>
          </p:sp>
          <p:sp>
            <p:nvSpPr>
              <p:cNvPr id="666" name="Google Shape;666;p55"/>
              <p:cNvSpPr/>
              <p:nvPr/>
            </p:nvSpPr>
            <p:spPr>
              <a:xfrm>
                <a:off x="4677008" y="4087128"/>
                <a:ext cx="269700" cy="269700"/>
              </a:xfrm>
              <a:prstGeom prst="ellipse">
                <a:avLst/>
              </a:prstGeom>
              <a:solidFill>
                <a:schemeClr val="lt1"/>
              </a:solidFill>
              <a:ln>
                <a:noFill/>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Clr>
                    <a:srgbClr val="000000"/>
                  </a:buClr>
                  <a:buSzPts val="998"/>
                  <a:buFont typeface="Arial"/>
                  <a:buNone/>
                </a:pPr>
                <a:r>
                  <a:t/>
                </a:r>
                <a:endParaRPr b="0" i="0" sz="998" u="none" cap="none" strike="noStrike">
                  <a:solidFill>
                    <a:srgbClr val="000000"/>
                  </a:solidFill>
                  <a:latin typeface="Arial"/>
                  <a:ea typeface="Arial"/>
                  <a:cs typeface="Arial"/>
                  <a:sym typeface="Arial"/>
                </a:endParaRPr>
              </a:p>
            </p:txBody>
          </p:sp>
        </p:grpSp>
      </p:grpSp>
      <p:grpSp>
        <p:nvGrpSpPr>
          <p:cNvPr id="667" name="Google Shape;667;p55"/>
          <p:cNvGrpSpPr/>
          <p:nvPr/>
        </p:nvGrpSpPr>
        <p:grpSpPr>
          <a:xfrm>
            <a:off x="4844100" y="2511600"/>
            <a:ext cx="1283325" cy="1029925"/>
            <a:chOff x="4844100" y="2511600"/>
            <a:chExt cx="1283325" cy="1029925"/>
          </a:xfrm>
        </p:grpSpPr>
        <p:sp>
          <p:nvSpPr>
            <p:cNvPr id="668" name="Google Shape;668;p55"/>
            <p:cNvSpPr txBox="1"/>
            <p:nvPr/>
          </p:nvSpPr>
          <p:spPr>
            <a:xfrm>
              <a:off x="5102925" y="2511600"/>
              <a:ext cx="1024500" cy="32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900">
                  <a:solidFill>
                    <a:schemeClr val="lt1"/>
                  </a:solidFill>
                  <a:latin typeface="Maven Pro"/>
                  <a:ea typeface="Maven Pro"/>
                  <a:cs typeface="Maven Pro"/>
                  <a:sym typeface="Maven Pro"/>
                </a:rPr>
                <a:t>CONCATENATE</a:t>
              </a:r>
              <a:endParaRPr sz="800">
                <a:solidFill>
                  <a:schemeClr val="lt1"/>
                </a:solidFill>
                <a:latin typeface="Maven Pro"/>
                <a:ea typeface="Maven Pro"/>
                <a:cs typeface="Maven Pro"/>
                <a:sym typeface="Maven Pro"/>
              </a:endParaRPr>
            </a:p>
          </p:txBody>
        </p:sp>
        <p:cxnSp>
          <p:nvCxnSpPr>
            <p:cNvPr id="669" name="Google Shape;669;p55"/>
            <p:cNvCxnSpPr>
              <a:stCxn id="656" idx="3"/>
              <a:endCxn id="668" idx="0"/>
            </p:cNvCxnSpPr>
            <p:nvPr/>
          </p:nvCxnSpPr>
          <p:spPr>
            <a:xfrm flipH="1" rot="10800000">
              <a:off x="4844100" y="2511625"/>
              <a:ext cx="771000" cy="1029900"/>
            </a:xfrm>
            <a:prstGeom prst="curvedConnector4">
              <a:avLst>
                <a:gd fmla="val 16785" name="adj1"/>
                <a:gd fmla="val 123124" name="adj2"/>
              </a:avLst>
            </a:prstGeom>
            <a:noFill/>
            <a:ln cap="flat" cmpd="sng" w="19050">
              <a:solidFill>
                <a:schemeClr val="lt1"/>
              </a:solidFill>
              <a:prstDash val="solid"/>
              <a:round/>
              <a:headEnd len="med" w="med" type="none"/>
              <a:tailEnd len="med" w="med" type="stealth"/>
            </a:ln>
          </p:spPr>
        </p:cxnSp>
      </p:grpSp>
      <p:grpSp>
        <p:nvGrpSpPr>
          <p:cNvPr id="670" name="Google Shape;670;p55"/>
          <p:cNvGrpSpPr/>
          <p:nvPr/>
        </p:nvGrpSpPr>
        <p:grpSpPr>
          <a:xfrm>
            <a:off x="5137200" y="2836200"/>
            <a:ext cx="967500" cy="757575"/>
            <a:chOff x="5137200" y="2836200"/>
            <a:chExt cx="967500" cy="757575"/>
          </a:xfrm>
        </p:grpSpPr>
        <p:sp>
          <p:nvSpPr>
            <p:cNvPr id="671" name="Google Shape;671;p55"/>
            <p:cNvSpPr txBox="1"/>
            <p:nvPr/>
          </p:nvSpPr>
          <p:spPr>
            <a:xfrm>
              <a:off x="5137200" y="3117975"/>
              <a:ext cx="967500" cy="47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max/addPooling</a:t>
              </a:r>
              <a:endParaRPr sz="1300">
                <a:solidFill>
                  <a:schemeClr val="lt1"/>
                </a:solidFill>
                <a:latin typeface="Maven Pro"/>
                <a:ea typeface="Maven Pro"/>
                <a:cs typeface="Maven Pro"/>
                <a:sym typeface="Maven Pro"/>
              </a:endParaRPr>
            </a:p>
          </p:txBody>
        </p:sp>
        <p:cxnSp>
          <p:nvCxnSpPr>
            <p:cNvPr id="672" name="Google Shape;672;p55"/>
            <p:cNvCxnSpPr>
              <a:stCxn id="668" idx="2"/>
              <a:endCxn id="671" idx="0"/>
            </p:cNvCxnSpPr>
            <p:nvPr/>
          </p:nvCxnSpPr>
          <p:spPr>
            <a:xfrm>
              <a:off x="5615175" y="2836200"/>
              <a:ext cx="5700" cy="281700"/>
            </a:xfrm>
            <a:prstGeom prst="straightConnector1">
              <a:avLst/>
            </a:prstGeom>
            <a:noFill/>
            <a:ln cap="flat" cmpd="sng" w="19050">
              <a:solidFill>
                <a:schemeClr val="lt1"/>
              </a:solidFill>
              <a:prstDash val="solid"/>
              <a:round/>
              <a:headEnd len="med" w="med" type="none"/>
              <a:tailEnd len="med" w="med" type="stealth"/>
            </a:ln>
          </p:spPr>
        </p:cxnSp>
      </p:grpSp>
      <p:grpSp>
        <p:nvGrpSpPr>
          <p:cNvPr id="673" name="Google Shape;673;p55"/>
          <p:cNvGrpSpPr/>
          <p:nvPr/>
        </p:nvGrpSpPr>
        <p:grpSpPr>
          <a:xfrm>
            <a:off x="5085000" y="3593775"/>
            <a:ext cx="1060500" cy="743325"/>
            <a:chOff x="5085000" y="3593775"/>
            <a:chExt cx="1060500" cy="743325"/>
          </a:xfrm>
        </p:grpSpPr>
        <p:sp>
          <p:nvSpPr>
            <p:cNvPr id="674" name="Google Shape;674;p55"/>
            <p:cNvSpPr txBox="1"/>
            <p:nvPr/>
          </p:nvSpPr>
          <p:spPr>
            <a:xfrm>
              <a:off x="5085000" y="4067400"/>
              <a:ext cx="1060500" cy="26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300">
                  <a:solidFill>
                    <a:schemeClr val="lt1"/>
                  </a:solidFill>
                  <a:latin typeface="Maven Pro"/>
                  <a:ea typeface="Maven Pro"/>
                  <a:cs typeface="Maven Pro"/>
                  <a:sym typeface="Maven Pro"/>
                </a:rPr>
                <a:t>CLASSIFIER</a:t>
              </a:r>
              <a:endParaRPr sz="1200">
                <a:solidFill>
                  <a:schemeClr val="lt1"/>
                </a:solidFill>
                <a:latin typeface="Maven Pro"/>
                <a:ea typeface="Maven Pro"/>
                <a:cs typeface="Maven Pro"/>
                <a:sym typeface="Maven Pro"/>
              </a:endParaRPr>
            </a:p>
          </p:txBody>
        </p:sp>
        <p:cxnSp>
          <p:nvCxnSpPr>
            <p:cNvPr id="675" name="Google Shape;675;p55"/>
            <p:cNvCxnSpPr>
              <a:stCxn id="671" idx="2"/>
              <a:endCxn id="674" idx="0"/>
            </p:cNvCxnSpPr>
            <p:nvPr/>
          </p:nvCxnSpPr>
          <p:spPr>
            <a:xfrm flipH="1">
              <a:off x="5615250" y="3593775"/>
              <a:ext cx="5700" cy="473700"/>
            </a:xfrm>
            <a:prstGeom prst="straightConnector1">
              <a:avLst/>
            </a:prstGeom>
            <a:noFill/>
            <a:ln cap="flat" cmpd="sng" w="19050">
              <a:solidFill>
                <a:schemeClr val="lt1"/>
              </a:solidFill>
              <a:prstDash val="solid"/>
              <a:round/>
              <a:headEnd len="med" w="med" type="none"/>
              <a:tailEnd len="med" w="med" type="stealth"/>
            </a:ln>
          </p:spPr>
        </p:cxnSp>
      </p:grpSp>
      <p:grpSp>
        <p:nvGrpSpPr>
          <p:cNvPr id="676" name="Google Shape;676;p55"/>
          <p:cNvGrpSpPr/>
          <p:nvPr/>
        </p:nvGrpSpPr>
        <p:grpSpPr>
          <a:xfrm>
            <a:off x="6145496" y="1665550"/>
            <a:ext cx="2014929" cy="2613950"/>
            <a:chOff x="6145496" y="1665550"/>
            <a:chExt cx="2014929" cy="2613950"/>
          </a:xfrm>
        </p:grpSpPr>
        <p:grpSp>
          <p:nvGrpSpPr>
            <p:cNvPr id="677" name="Google Shape;677;p55"/>
            <p:cNvGrpSpPr/>
            <p:nvPr/>
          </p:nvGrpSpPr>
          <p:grpSpPr>
            <a:xfrm>
              <a:off x="6853325" y="1665550"/>
              <a:ext cx="1307100" cy="2613950"/>
              <a:chOff x="6853325" y="1665550"/>
              <a:chExt cx="1307100" cy="2613950"/>
            </a:xfrm>
          </p:grpSpPr>
          <p:sp>
            <p:nvSpPr>
              <p:cNvPr id="678" name="Google Shape;678;p55"/>
              <p:cNvSpPr/>
              <p:nvPr/>
            </p:nvSpPr>
            <p:spPr>
              <a:xfrm>
                <a:off x="7002575" y="2171400"/>
                <a:ext cx="1008600" cy="21081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679" name="Google Shape;679;p55"/>
              <p:cNvSpPr txBox="1"/>
              <p:nvPr/>
            </p:nvSpPr>
            <p:spPr>
              <a:xfrm>
                <a:off x="6853325" y="1665550"/>
                <a:ext cx="1307100" cy="4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500">
                    <a:solidFill>
                      <a:schemeClr val="dk2"/>
                    </a:solidFill>
                    <a:latin typeface="Maven Pro"/>
                    <a:ea typeface="Maven Pro"/>
                    <a:cs typeface="Maven Pro"/>
                    <a:sym typeface="Maven Pro"/>
                  </a:rPr>
                  <a:t>Output</a:t>
                </a:r>
                <a:r>
                  <a:rPr b="1" lang="it" sz="1500">
                    <a:solidFill>
                      <a:schemeClr val="lt1"/>
                    </a:solidFill>
                    <a:latin typeface="Maven Pro"/>
                    <a:ea typeface="Maven Pro"/>
                    <a:cs typeface="Maven Pro"/>
                    <a:sym typeface="Maven Pro"/>
                  </a:rPr>
                  <a:t> </a:t>
                </a:r>
                <a:r>
                  <a:rPr lang="it">
                    <a:solidFill>
                      <a:schemeClr val="dk2"/>
                    </a:solidFill>
                    <a:latin typeface="Maven Pro"/>
                    <a:ea typeface="Maven Pro"/>
                    <a:cs typeface="Maven Pro"/>
                    <a:sym typeface="Maven Pro"/>
                  </a:rPr>
                  <a:t>[0,1]</a:t>
                </a:r>
                <a:endParaRPr>
                  <a:solidFill>
                    <a:schemeClr val="dk2"/>
                  </a:solidFill>
                  <a:latin typeface="Maven Pro"/>
                  <a:ea typeface="Maven Pro"/>
                  <a:cs typeface="Maven Pro"/>
                  <a:sym typeface="Maven Pro"/>
                </a:endParaRPr>
              </a:p>
            </p:txBody>
          </p:sp>
          <p:grpSp>
            <p:nvGrpSpPr>
              <p:cNvPr id="680" name="Google Shape;680;p55"/>
              <p:cNvGrpSpPr/>
              <p:nvPr/>
            </p:nvGrpSpPr>
            <p:grpSpPr>
              <a:xfrm>
                <a:off x="7002587" y="2258811"/>
                <a:ext cx="895586" cy="1937750"/>
                <a:chOff x="6600287" y="2433711"/>
                <a:chExt cx="895586" cy="1937750"/>
              </a:xfrm>
            </p:grpSpPr>
            <p:sp>
              <p:nvSpPr>
                <p:cNvPr id="681" name="Google Shape;681;p55"/>
                <p:cNvSpPr/>
                <p:nvPr/>
              </p:nvSpPr>
              <p:spPr>
                <a:xfrm>
                  <a:off x="6779871" y="3412163"/>
                  <a:ext cx="73200" cy="73200"/>
                </a:xfrm>
                <a:prstGeom prst="ellipse">
                  <a:avLst/>
                </a:prstGeom>
                <a:solidFill>
                  <a:schemeClr val="lt1"/>
                </a:solidFill>
                <a:ln>
                  <a:noFill/>
                </a:ln>
              </p:spPr>
              <p:txBody>
                <a:bodyPr anchorCtr="0" anchor="ctr" bIns="60350" lIns="60350" spcFirstLastPara="1" rIns="60350" wrap="square" tIns="60350">
                  <a:noAutofit/>
                </a:bodyPr>
                <a:lstStyle/>
                <a:p>
                  <a:pPr indent="0" lvl="0" marL="0" marR="0" rtl="0" algn="l">
                    <a:lnSpc>
                      <a:spcPct val="100000"/>
                    </a:lnSpc>
                    <a:spcBef>
                      <a:spcPts val="0"/>
                    </a:spcBef>
                    <a:spcAft>
                      <a:spcPts val="0"/>
                    </a:spcAft>
                    <a:buClr>
                      <a:srgbClr val="000000"/>
                    </a:buClr>
                    <a:buSzPts val="924"/>
                    <a:buFont typeface="Arial"/>
                    <a:buNone/>
                  </a:pPr>
                  <a:r>
                    <a:t/>
                  </a:r>
                  <a:endParaRPr b="0" i="0" sz="924" u="none" cap="none" strike="noStrike">
                    <a:solidFill>
                      <a:srgbClr val="000000"/>
                    </a:solidFill>
                    <a:latin typeface="Arial"/>
                    <a:ea typeface="Arial"/>
                    <a:cs typeface="Arial"/>
                    <a:sym typeface="Arial"/>
                  </a:endParaRPr>
                </a:p>
              </p:txBody>
            </p:sp>
            <p:sp>
              <p:nvSpPr>
                <p:cNvPr id="682" name="Google Shape;682;p55"/>
                <p:cNvSpPr/>
                <p:nvPr/>
              </p:nvSpPr>
              <p:spPr>
                <a:xfrm>
                  <a:off x="6779871" y="3596363"/>
                  <a:ext cx="73200" cy="73200"/>
                </a:xfrm>
                <a:prstGeom prst="ellipse">
                  <a:avLst/>
                </a:prstGeom>
                <a:solidFill>
                  <a:schemeClr val="lt1"/>
                </a:solidFill>
                <a:ln>
                  <a:noFill/>
                </a:ln>
              </p:spPr>
              <p:txBody>
                <a:bodyPr anchorCtr="0" anchor="ctr" bIns="60350" lIns="60350" spcFirstLastPara="1" rIns="60350" wrap="square" tIns="60350">
                  <a:noAutofit/>
                </a:bodyPr>
                <a:lstStyle/>
                <a:p>
                  <a:pPr indent="0" lvl="0" marL="0" marR="0" rtl="0" algn="l">
                    <a:lnSpc>
                      <a:spcPct val="100000"/>
                    </a:lnSpc>
                    <a:spcBef>
                      <a:spcPts val="0"/>
                    </a:spcBef>
                    <a:spcAft>
                      <a:spcPts val="0"/>
                    </a:spcAft>
                    <a:buClr>
                      <a:srgbClr val="000000"/>
                    </a:buClr>
                    <a:buSzPts val="924"/>
                    <a:buFont typeface="Arial"/>
                    <a:buNone/>
                  </a:pPr>
                  <a:r>
                    <a:t/>
                  </a:r>
                  <a:endParaRPr b="0" i="0" sz="924" u="none" cap="none" strike="noStrike">
                    <a:solidFill>
                      <a:srgbClr val="000000"/>
                    </a:solidFill>
                    <a:latin typeface="Arial"/>
                    <a:ea typeface="Arial"/>
                    <a:cs typeface="Arial"/>
                    <a:sym typeface="Arial"/>
                  </a:endParaRPr>
                </a:p>
              </p:txBody>
            </p:sp>
            <p:sp>
              <p:nvSpPr>
                <p:cNvPr id="683" name="Google Shape;683;p55"/>
                <p:cNvSpPr/>
                <p:nvPr/>
              </p:nvSpPr>
              <p:spPr>
                <a:xfrm>
                  <a:off x="6779871" y="3790468"/>
                  <a:ext cx="73200" cy="73200"/>
                </a:xfrm>
                <a:prstGeom prst="ellipse">
                  <a:avLst/>
                </a:prstGeom>
                <a:solidFill>
                  <a:schemeClr val="lt1"/>
                </a:solidFill>
                <a:ln>
                  <a:noFill/>
                </a:ln>
              </p:spPr>
              <p:txBody>
                <a:bodyPr anchorCtr="0" anchor="ctr" bIns="60350" lIns="60350" spcFirstLastPara="1" rIns="60350" wrap="square" tIns="60350">
                  <a:noAutofit/>
                </a:bodyPr>
                <a:lstStyle/>
                <a:p>
                  <a:pPr indent="0" lvl="0" marL="0" marR="0" rtl="0" algn="l">
                    <a:lnSpc>
                      <a:spcPct val="100000"/>
                    </a:lnSpc>
                    <a:spcBef>
                      <a:spcPts val="0"/>
                    </a:spcBef>
                    <a:spcAft>
                      <a:spcPts val="0"/>
                    </a:spcAft>
                    <a:buClr>
                      <a:srgbClr val="000000"/>
                    </a:buClr>
                    <a:buSzPts val="924"/>
                    <a:buFont typeface="Arial"/>
                    <a:buNone/>
                  </a:pPr>
                  <a:r>
                    <a:t/>
                  </a:r>
                  <a:endParaRPr b="0" i="0" sz="924" u="none" cap="none" strike="noStrike">
                    <a:solidFill>
                      <a:srgbClr val="000000"/>
                    </a:solidFill>
                    <a:latin typeface="Arial"/>
                    <a:ea typeface="Arial"/>
                    <a:cs typeface="Arial"/>
                    <a:sym typeface="Arial"/>
                  </a:endParaRPr>
                </a:p>
              </p:txBody>
            </p:sp>
            <p:grpSp>
              <p:nvGrpSpPr>
                <p:cNvPr id="684" name="Google Shape;684;p55"/>
                <p:cNvGrpSpPr/>
                <p:nvPr/>
              </p:nvGrpSpPr>
              <p:grpSpPr>
                <a:xfrm>
                  <a:off x="6600287" y="2433711"/>
                  <a:ext cx="895586" cy="1937750"/>
                  <a:chOff x="6600287" y="2433711"/>
                  <a:chExt cx="895586" cy="1937750"/>
                </a:xfrm>
              </p:grpSpPr>
              <p:sp>
                <p:nvSpPr>
                  <p:cNvPr id="685" name="Google Shape;685;p55"/>
                  <p:cNvSpPr/>
                  <p:nvPr/>
                </p:nvSpPr>
                <p:spPr>
                  <a:xfrm>
                    <a:off x="6681621" y="4101761"/>
                    <a:ext cx="269700" cy="269700"/>
                  </a:xfrm>
                  <a:prstGeom prst="ellipse">
                    <a:avLst/>
                  </a:prstGeom>
                  <a:solidFill>
                    <a:schemeClr val="dk2"/>
                  </a:solidFill>
                  <a:ln>
                    <a:noFill/>
                  </a:ln>
                </p:spPr>
                <p:txBody>
                  <a:bodyPr anchorCtr="0" anchor="ctr" bIns="60350" lIns="60350" spcFirstLastPara="1" rIns="60350" wrap="square" tIns="60350">
                    <a:noAutofit/>
                  </a:bodyPr>
                  <a:lstStyle/>
                  <a:p>
                    <a:pPr indent="0" lvl="0" marL="0" marR="0" rtl="0" algn="l">
                      <a:lnSpc>
                        <a:spcPct val="100000"/>
                      </a:lnSpc>
                      <a:spcBef>
                        <a:spcPts val="0"/>
                      </a:spcBef>
                      <a:spcAft>
                        <a:spcPts val="0"/>
                      </a:spcAft>
                      <a:buClr>
                        <a:srgbClr val="000000"/>
                      </a:buClr>
                      <a:buSzPts val="924"/>
                      <a:buFont typeface="Arial"/>
                      <a:buNone/>
                    </a:pPr>
                    <a:r>
                      <a:t/>
                    </a:r>
                    <a:endParaRPr b="0" i="0" sz="924" u="none" cap="none" strike="noStrike">
                      <a:solidFill>
                        <a:srgbClr val="000000"/>
                      </a:solidFill>
                      <a:latin typeface="Arial"/>
                      <a:ea typeface="Arial"/>
                      <a:cs typeface="Arial"/>
                      <a:sym typeface="Arial"/>
                    </a:endParaRPr>
                  </a:p>
                </p:txBody>
              </p:sp>
              <p:sp>
                <p:nvSpPr>
                  <p:cNvPr id="686" name="Google Shape;686;p55"/>
                  <p:cNvSpPr/>
                  <p:nvPr/>
                </p:nvSpPr>
                <p:spPr>
                  <a:xfrm>
                    <a:off x="6681621" y="2433711"/>
                    <a:ext cx="269700" cy="269700"/>
                  </a:xfrm>
                  <a:prstGeom prst="ellipse">
                    <a:avLst/>
                  </a:prstGeom>
                  <a:solidFill>
                    <a:schemeClr val="dk2"/>
                  </a:solidFill>
                  <a:ln>
                    <a:noFill/>
                  </a:ln>
                </p:spPr>
                <p:txBody>
                  <a:bodyPr anchorCtr="0" anchor="ctr" bIns="60350" lIns="60350" spcFirstLastPara="1" rIns="60350" wrap="square" tIns="60350">
                    <a:noAutofit/>
                  </a:bodyPr>
                  <a:lstStyle/>
                  <a:p>
                    <a:pPr indent="0" lvl="0" marL="0" marR="0" rtl="0" algn="l">
                      <a:lnSpc>
                        <a:spcPct val="100000"/>
                      </a:lnSpc>
                      <a:spcBef>
                        <a:spcPts val="0"/>
                      </a:spcBef>
                      <a:spcAft>
                        <a:spcPts val="0"/>
                      </a:spcAft>
                      <a:buClr>
                        <a:srgbClr val="000000"/>
                      </a:buClr>
                      <a:buSzPts val="924"/>
                      <a:buFont typeface="Arial"/>
                      <a:buNone/>
                    </a:pPr>
                    <a:r>
                      <a:t/>
                    </a:r>
                    <a:endParaRPr b="0" i="0" sz="924" u="none" cap="none" strike="noStrike">
                      <a:solidFill>
                        <a:srgbClr val="000000"/>
                      </a:solidFill>
                      <a:latin typeface="Arial"/>
                      <a:ea typeface="Arial"/>
                      <a:cs typeface="Arial"/>
                      <a:sym typeface="Arial"/>
                    </a:endParaRPr>
                  </a:p>
                </p:txBody>
              </p:sp>
              <p:sp>
                <p:nvSpPr>
                  <p:cNvPr id="687" name="Google Shape;687;p55"/>
                  <p:cNvSpPr/>
                  <p:nvPr/>
                </p:nvSpPr>
                <p:spPr>
                  <a:xfrm>
                    <a:off x="6681621" y="2873636"/>
                    <a:ext cx="269700" cy="269700"/>
                  </a:xfrm>
                  <a:prstGeom prst="ellipse">
                    <a:avLst/>
                  </a:prstGeom>
                  <a:solidFill>
                    <a:schemeClr val="dk2"/>
                  </a:solidFill>
                  <a:ln>
                    <a:noFill/>
                  </a:ln>
                </p:spPr>
                <p:txBody>
                  <a:bodyPr anchorCtr="0" anchor="ctr" bIns="60350" lIns="60350" spcFirstLastPara="1" rIns="60350" wrap="square" tIns="60350">
                    <a:noAutofit/>
                  </a:bodyPr>
                  <a:lstStyle/>
                  <a:p>
                    <a:pPr indent="0" lvl="0" marL="0" marR="0" rtl="0" algn="l">
                      <a:lnSpc>
                        <a:spcPct val="100000"/>
                      </a:lnSpc>
                      <a:spcBef>
                        <a:spcPts val="0"/>
                      </a:spcBef>
                      <a:spcAft>
                        <a:spcPts val="0"/>
                      </a:spcAft>
                      <a:buClr>
                        <a:srgbClr val="000000"/>
                      </a:buClr>
                      <a:buSzPts val="924"/>
                      <a:buFont typeface="Arial"/>
                      <a:buNone/>
                    </a:pPr>
                    <a:r>
                      <a:t/>
                    </a:r>
                    <a:endParaRPr b="0" i="0" sz="924" u="none" cap="none" strike="noStrike">
                      <a:solidFill>
                        <a:srgbClr val="000000"/>
                      </a:solidFill>
                      <a:latin typeface="Arial"/>
                      <a:ea typeface="Arial"/>
                      <a:cs typeface="Arial"/>
                      <a:sym typeface="Arial"/>
                    </a:endParaRPr>
                  </a:p>
                </p:txBody>
              </p:sp>
              <p:sp>
                <p:nvSpPr>
                  <p:cNvPr id="688" name="Google Shape;688;p55"/>
                  <p:cNvSpPr txBox="1"/>
                  <p:nvPr/>
                </p:nvSpPr>
                <p:spPr>
                  <a:xfrm>
                    <a:off x="6882651" y="2436167"/>
                    <a:ext cx="597900" cy="245700"/>
                  </a:xfrm>
                  <a:prstGeom prst="rect">
                    <a:avLst/>
                  </a:prstGeom>
                  <a:noFill/>
                  <a:ln>
                    <a:noFill/>
                  </a:ln>
                </p:spPr>
                <p:txBody>
                  <a:bodyPr anchorCtr="0" anchor="ctr" bIns="83325" lIns="83325" spcFirstLastPara="1" rIns="83325" wrap="square" tIns="83325">
                    <a:noAutofit/>
                  </a:bodyPr>
                  <a:lstStyle/>
                  <a:p>
                    <a:pPr indent="0" lvl="0" marL="0" rtl="0" algn="ctr">
                      <a:spcBef>
                        <a:spcPts val="0"/>
                      </a:spcBef>
                      <a:spcAft>
                        <a:spcPts val="0"/>
                      </a:spcAft>
                      <a:buNone/>
                    </a:pPr>
                    <a:r>
                      <a:rPr lang="it" sz="820">
                        <a:solidFill>
                          <a:schemeClr val="lt1"/>
                        </a:solidFill>
                        <a:latin typeface="Maven Pro"/>
                        <a:ea typeface="Maven Pro"/>
                        <a:cs typeface="Maven Pro"/>
                        <a:sym typeface="Maven Pro"/>
                      </a:rPr>
                      <a:t>Test 1</a:t>
                    </a:r>
                    <a:endParaRPr sz="820">
                      <a:solidFill>
                        <a:schemeClr val="lt1"/>
                      </a:solidFill>
                      <a:latin typeface="Maven Pro"/>
                      <a:ea typeface="Maven Pro"/>
                      <a:cs typeface="Maven Pro"/>
                      <a:sym typeface="Maven Pro"/>
                    </a:endParaRPr>
                  </a:p>
                </p:txBody>
              </p:sp>
              <p:sp>
                <p:nvSpPr>
                  <p:cNvPr id="689" name="Google Shape;689;p55"/>
                  <p:cNvSpPr txBox="1"/>
                  <p:nvPr/>
                </p:nvSpPr>
                <p:spPr>
                  <a:xfrm>
                    <a:off x="6882651" y="2873978"/>
                    <a:ext cx="597900" cy="245700"/>
                  </a:xfrm>
                  <a:prstGeom prst="rect">
                    <a:avLst/>
                  </a:prstGeom>
                  <a:noFill/>
                  <a:ln>
                    <a:noFill/>
                  </a:ln>
                </p:spPr>
                <p:txBody>
                  <a:bodyPr anchorCtr="0" anchor="ctr" bIns="83325" lIns="83325" spcFirstLastPara="1" rIns="83325" wrap="square" tIns="83325">
                    <a:noAutofit/>
                  </a:bodyPr>
                  <a:lstStyle/>
                  <a:p>
                    <a:pPr indent="0" lvl="0" marL="0" rtl="0" algn="ctr">
                      <a:spcBef>
                        <a:spcPts val="0"/>
                      </a:spcBef>
                      <a:spcAft>
                        <a:spcPts val="0"/>
                      </a:spcAft>
                      <a:buNone/>
                    </a:pPr>
                    <a:r>
                      <a:rPr lang="it" sz="820">
                        <a:solidFill>
                          <a:schemeClr val="lt1"/>
                        </a:solidFill>
                        <a:latin typeface="Maven Pro"/>
                        <a:ea typeface="Maven Pro"/>
                        <a:cs typeface="Maven Pro"/>
                        <a:sym typeface="Maven Pro"/>
                      </a:rPr>
                      <a:t>Test 2</a:t>
                    </a:r>
                    <a:endParaRPr sz="820">
                      <a:solidFill>
                        <a:schemeClr val="lt1"/>
                      </a:solidFill>
                      <a:latin typeface="Maven Pro"/>
                      <a:ea typeface="Maven Pro"/>
                      <a:cs typeface="Maven Pro"/>
                      <a:sym typeface="Maven Pro"/>
                    </a:endParaRPr>
                  </a:p>
                </p:txBody>
              </p:sp>
              <p:sp>
                <p:nvSpPr>
                  <p:cNvPr id="690" name="Google Shape;690;p55"/>
                  <p:cNvSpPr txBox="1"/>
                  <p:nvPr/>
                </p:nvSpPr>
                <p:spPr>
                  <a:xfrm>
                    <a:off x="6897972" y="4125620"/>
                    <a:ext cx="597900" cy="245700"/>
                  </a:xfrm>
                  <a:prstGeom prst="rect">
                    <a:avLst/>
                  </a:prstGeom>
                  <a:noFill/>
                  <a:ln>
                    <a:noFill/>
                  </a:ln>
                </p:spPr>
                <p:txBody>
                  <a:bodyPr anchorCtr="0" anchor="ctr" bIns="83325" lIns="83325" spcFirstLastPara="1" rIns="83325" wrap="square" tIns="83325">
                    <a:noAutofit/>
                  </a:bodyPr>
                  <a:lstStyle/>
                  <a:p>
                    <a:pPr indent="0" lvl="0" marL="0" rtl="0" algn="ctr">
                      <a:spcBef>
                        <a:spcPts val="0"/>
                      </a:spcBef>
                      <a:spcAft>
                        <a:spcPts val="0"/>
                      </a:spcAft>
                      <a:buNone/>
                    </a:pPr>
                    <a:r>
                      <a:rPr lang="it" sz="820">
                        <a:solidFill>
                          <a:schemeClr val="lt1"/>
                        </a:solidFill>
                        <a:latin typeface="Maven Pro"/>
                        <a:ea typeface="Maven Pro"/>
                        <a:cs typeface="Maven Pro"/>
                        <a:sym typeface="Maven Pro"/>
                      </a:rPr>
                      <a:t>Test 12</a:t>
                    </a:r>
                    <a:endParaRPr sz="820">
                      <a:solidFill>
                        <a:schemeClr val="lt1"/>
                      </a:solidFill>
                      <a:latin typeface="Maven Pro"/>
                      <a:ea typeface="Maven Pro"/>
                      <a:cs typeface="Maven Pro"/>
                      <a:sym typeface="Maven Pro"/>
                    </a:endParaRPr>
                  </a:p>
                </p:txBody>
              </p:sp>
              <p:sp>
                <p:nvSpPr>
                  <p:cNvPr id="691" name="Google Shape;691;p55"/>
                  <p:cNvSpPr txBox="1"/>
                  <p:nvPr/>
                </p:nvSpPr>
                <p:spPr>
                  <a:xfrm>
                    <a:off x="6605890" y="2467122"/>
                    <a:ext cx="425700" cy="19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800">
                        <a:solidFill>
                          <a:schemeClr val="lt1"/>
                        </a:solidFill>
                        <a:latin typeface="Maven Pro"/>
                        <a:ea typeface="Maven Pro"/>
                        <a:cs typeface="Maven Pro"/>
                        <a:sym typeface="Maven Pro"/>
                      </a:rPr>
                      <a:t>0.12</a:t>
                    </a:r>
                    <a:endParaRPr sz="500">
                      <a:solidFill>
                        <a:schemeClr val="lt1"/>
                      </a:solidFill>
                      <a:latin typeface="Maven Pro"/>
                      <a:ea typeface="Maven Pro"/>
                      <a:cs typeface="Maven Pro"/>
                      <a:sym typeface="Maven Pro"/>
                    </a:endParaRPr>
                  </a:p>
                </p:txBody>
              </p:sp>
              <p:sp>
                <p:nvSpPr>
                  <p:cNvPr id="692" name="Google Shape;692;p55"/>
                  <p:cNvSpPr txBox="1"/>
                  <p:nvPr/>
                </p:nvSpPr>
                <p:spPr>
                  <a:xfrm>
                    <a:off x="6600287" y="2908269"/>
                    <a:ext cx="425700" cy="19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800">
                        <a:solidFill>
                          <a:schemeClr val="lt1"/>
                        </a:solidFill>
                        <a:latin typeface="Maven Pro"/>
                        <a:ea typeface="Maven Pro"/>
                        <a:cs typeface="Maven Pro"/>
                        <a:sym typeface="Maven Pro"/>
                      </a:rPr>
                      <a:t>0.62</a:t>
                    </a:r>
                    <a:endParaRPr sz="500">
                      <a:solidFill>
                        <a:schemeClr val="lt1"/>
                      </a:solidFill>
                      <a:latin typeface="Maven Pro"/>
                      <a:ea typeface="Maven Pro"/>
                      <a:cs typeface="Maven Pro"/>
                      <a:sym typeface="Maven Pro"/>
                    </a:endParaRPr>
                  </a:p>
                </p:txBody>
              </p:sp>
              <p:sp>
                <p:nvSpPr>
                  <p:cNvPr id="693" name="Google Shape;693;p55"/>
                  <p:cNvSpPr txBox="1"/>
                  <p:nvPr/>
                </p:nvSpPr>
                <p:spPr>
                  <a:xfrm>
                    <a:off x="6601400" y="4139425"/>
                    <a:ext cx="425700" cy="19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800">
                        <a:solidFill>
                          <a:schemeClr val="lt1"/>
                        </a:solidFill>
                        <a:latin typeface="Maven Pro"/>
                        <a:ea typeface="Maven Pro"/>
                        <a:cs typeface="Maven Pro"/>
                        <a:sym typeface="Maven Pro"/>
                      </a:rPr>
                      <a:t>0.35</a:t>
                    </a:r>
                    <a:endParaRPr sz="500">
                      <a:solidFill>
                        <a:schemeClr val="lt1"/>
                      </a:solidFill>
                      <a:latin typeface="Maven Pro"/>
                      <a:ea typeface="Maven Pro"/>
                      <a:cs typeface="Maven Pro"/>
                      <a:sym typeface="Maven Pro"/>
                    </a:endParaRPr>
                  </a:p>
                </p:txBody>
              </p:sp>
            </p:grpSp>
          </p:grpSp>
        </p:grpSp>
        <p:sp>
          <p:nvSpPr>
            <p:cNvPr id="694" name="Google Shape;694;p55"/>
            <p:cNvSpPr txBox="1"/>
            <p:nvPr/>
          </p:nvSpPr>
          <p:spPr>
            <a:xfrm rot="-2698371">
              <a:off x="6129297" y="3365287"/>
              <a:ext cx="895197" cy="324562"/>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000">
                  <a:solidFill>
                    <a:schemeClr val="lt1"/>
                  </a:solidFill>
                  <a:latin typeface="Maven Pro"/>
                  <a:ea typeface="Maven Pro"/>
                  <a:cs typeface="Maven Pro"/>
                  <a:sym typeface="Maven Pro"/>
                </a:rPr>
                <a:t>SOFTMAX</a:t>
              </a:r>
              <a:endParaRPr sz="1000">
                <a:solidFill>
                  <a:schemeClr val="lt1"/>
                </a:solidFill>
                <a:latin typeface="Maven Pro"/>
                <a:ea typeface="Maven Pro"/>
                <a:cs typeface="Maven Pro"/>
                <a:sym typeface="Maven Pro"/>
              </a:endParaRPr>
            </a:p>
          </p:txBody>
        </p:sp>
        <p:cxnSp>
          <p:nvCxnSpPr>
            <p:cNvPr id="695" name="Google Shape;695;p55"/>
            <p:cNvCxnSpPr>
              <a:stCxn id="674" idx="3"/>
              <a:endCxn id="678" idx="1"/>
            </p:cNvCxnSpPr>
            <p:nvPr/>
          </p:nvCxnSpPr>
          <p:spPr>
            <a:xfrm flipH="1" rot="10800000">
              <a:off x="6145500" y="3225450"/>
              <a:ext cx="857100" cy="976800"/>
            </a:xfrm>
            <a:prstGeom prst="straightConnector1">
              <a:avLst/>
            </a:prstGeom>
            <a:noFill/>
            <a:ln cap="flat" cmpd="sng" w="19050">
              <a:solidFill>
                <a:schemeClr val="lt1"/>
              </a:solidFill>
              <a:prstDash val="solid"/>
              <a:round/>
              <a:headEnd len="med" w="med" type="none"/>
              <a:tailEnd len="med" w="med" type="stealth"/>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pic>
        <p:nvPicPr>
          <p:cNvPr id="700" name="Google Shape;700;p56"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sp>
        <p:nvSpPr>
          <p:cNvPr id="701" name="Google Shape;701;p5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DGN </a:t>
            </a:r>
            <a:r>
              <a:rPr lang="it">
                <a:latin typeface="Montserrat"/>
                <a:ea typeface="Montserrat"/>
                <a:cs typeface="Montserrat"/>
                <a:sym typeface="Montserrat"/>
              </a:rPr>
              <a:t>- Training</a:t>
            </a:r>
            <a:endParaRPr>
              <a:latin typeface="Montserrat"/>
              <a:ea typeface="Montserrat"/>
              <a:cs typeface="Montserrat"/>
              <a:sym typeface="Montserrat"/>
            </a:endParaRPr>
          </a:p>
        </p:txBody>
      </p:sp>
      <p:sp>
        <p:nvSpPr>
          <p:cNvPr id="702" name="Google Shape;702;p56"/>
          <p:cNvSpPr txBox="1"/>
          <p:nvPr/>
        </p:nvSpPr>
        <p:spPr>
          <a:xfrm>
            <a:off x="3930000" y="1153800"/>
            <a:ext cx="1110000" cy="3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latin typeface="Maven Pro"/>
                <a:ea typeface="Maven Pro"/>
                <a:cs typeface="Maven Pro"/>
                <a:sym typeface="Maven Pro"/>
              </a:rPr>
              <a:t>TOOLS</a:t>
            </a:r>
            <a:endParaRPr b="1" sz="1600">
              <a:solidFill>
                <a:schemeClr val="lt1"/>
              </a:solidFill>
              <a:latin typeface="Maven Pro"/>
              <a:ea typeface="Maven Pro"/>
              <a:cs typeface="Maven Pro"/>
              <a:sym typeface="Maven Pro"/>
            </a:endParaRPr>
          </a:p>
        </p:txBody>
      </p:sp>
      <p:grpSp>
        <p:nvGrpSpPr>
          <p:cNvPr id="703" name="Google Shape;703;p56"/>
          <p:cNvGrpSpPr/>
          <p:nvPr/>
        </p:nvGrpSpPr>
        <p:grpSpPr>
          <a:xfrm>
            <a:off x="171300" y="1495200"/>
            <a:ext cx="4313700" cy="1857300"/>
            <a:chOff x="247500" y="1495200"/>
            <a:chExt cx="4313700" cy="1857300"/>
          </a:xfrm>
        </p:grpSpPr>
        <p:sp>
          <p:nvSpPr>
            <p:cNvPr id="704" name="Google Shape;704;p56"/>
            <p:cNvSpPr/>
            <p:nvPr/>
          </p:nvSpPr>
          <p:spPr>
            <a:xfrm>
              <a:off x="277500" y="2100000"/>
              <a:ext cx="1507500" cy="1252500"/>
            </a:xfrm>
            <a:prstGeom prst="roundRect">
              <a:avLst>
                <a:gd fmla="val 16667"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705" name="Google Shape;705;p56"/>
            <p:cNvSpPr txBox="1"/>
            <p:nvPr/>
          </p:nvSpPr>
          <p:spPr>
            <a:xfrm>
              <a:off x="247500" y="2099938"/>
              <a:ext cx="1582500" cy="60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500">
                  <a:solidFill>
                    <a:schemeClr val="lt1"/>
                  </a:solidFill>
                  <a:latin typeface="Maven Pro"/>
                  <a:ea typeface="Maven Pro"/>
                  <a:cs typeface="Maven Pro"/>
                  <a:sym typeface="Maven Pro"/>
                </a:rPr>
                <a:t>Dynamic Class Weighting</a:t>
              </a:r>
              <a:endParaRPr sz="1500">
                <a:solidFill>
                  <a:schemeClr val="lt1"/>
                </a:solidFill>
                <a:latin typeface="Maven Pro"/>
                <a:ea typeface="Maven Pro"/>
                <a:cs typeface="Maven Pro"/>
                <a:sym typeface="Maven Pro"/>
              </a:endParaRPr>
            </a:p>
          </p:txBody>
        </p:sp>
        <p:cxnSp>
          <p:nvCxnSpPr>
            <p:cNvPr id="706" name="Google Shape;706;p56"/>
            <p:cNvCxnSpPr>
              <a:stCxn id="702" idx="2"/>
              <a:endCxn id="705" idx="0"/>
            </p:cNvCxnSpPr>
            <p:nvPr/>
          </p:nvCxnSpPr>
          <p:spPr>
            <a:xfrm rot="5400000">
              <a:off x="2497650" y="36450"/>
              <a:ext cx="604800" cy="3522300"/>
            </a:xfrm>
            <a:prstGeom prst="curvedConnector3">
              <a:avLst>
                <a:gd fmla="val 49995" name="adj1"/>
              </a:avLst>
            </a:prstGeom>
            <a:noFill/>
            <a:ln cap="flat" cmpd="sng" w="19050">
              <a:solidFill>
                <a:srgbClr val="FFF9F3"/>
              </a:solidFill>
              <a:prstDash val="solid"/>
              <a:round/>
              <a:headEnd len="med" w="med" type="none"/>
              <a:tailEnd len="med" w="med" type="stealth"/>
            </a:ln>
          </p:spPr>
        </p:cxnSp>
        <p:pic>
          <p:nvPicPr>
            <p:cNvPr id="707" name="Google Shape;707;p56" title="equation (8).png"/>
            <p:cNvPicPr preferRelativeResize="0"/>
            <p:nvPr/>
          </p:nvPicPr>
          <p:blipFill>
            <a:blip r:embed="rId4">
              <a:alphaModFix/>
            </a:blip>
            <a:stretch>
              <a:fillRect/>
            </a:stretch>
          </p:blipFill>
          <p:spPr>
            <a:xfrm>
              <a:off x="581000" y="2777500"/>
              <a:ext cx="865248" cy="472200"/>
            </a:xfrm>
            <a:prstGeom prst="rect">
              <a:avLst/>
            </a:prstGeom>
            <a:noFill/>
            <a:ln>
              <a:noFill/>
            </a:ln>
          </p:spPr>
        </p:pic>
      </p:grpSp>
      <p:grpSp>
        <p:nvGrpSpPr>
          <p:cNvPr id="708" name="Google Shape;708;p56"/>
          <p:cNvGrpSpPr/>
          <p:nvPr/>
        </p:nvGrpSpPr>
        <p:grpSpPr>
          <a:xfrm>
            <a:off x="1870050" y="1495200"/>
            <a:ext cx="2614950" cy="1839900"/>
            <a:chOff x="1770150" y="1600050"/>
            <a:chExt cx="2614950" cy="1839900"/>
          </a:xfrm>
        </p:grpSpPr>
        <p:sp>
          <p:nvSpPr>
            <p:cNvPr id="709" name="Google Shape;709;p56"/>
            <p:cNvSpPr/>
            <p:nvPr/>
          </p:nvSpPr>
          <p:spPr>
            <a:xfrm>
              <a:off x="1770150" y="2429850"/>
              <a:ext cx="1733400" cy="1010100"/>
            </a:xfrm>
            <a:prstGeom prst="roundRect">
              <a:avLst>
                <a:gd fmla="val 16667"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cxnSp>
          <p:nvCxnSpPr>
            <p:cNvPr id="710" name="Google Shape;710;p56"/>
            <p:cNvCxnSpPr>
              <a:stCxn id="702" idx="2"/>
              <a:endCxn id="709" idx="0"/>
            </p:cNvCxnSpPr>
            <p:nvPr/>
          </p:nvCxnSpPr>
          <p:spPr>
            <a:xfrm rot="5400000">
              <a:off x="3096150" y="1140900"/>
              <a:ext cx="829800" cy="1748100"/>
            </a:xfrm>
            <a:prstGeom prst="curvedConnector3">
              <a:avLst>
                <a:gd fmla="val 50000" name="adj1"/>
              </a:avLst>
            </a:prstGeom>
            <a:noFill/>
            <a:ln cap="flat" cmpd="sng" w="19050">
              <a:solidFill>
                <a:srgbClr val="FFF9F3"/>
              </a:solidFill>
              <a:prstDash val="solid"/>
              <a:round/>
              <a:headEnd len="med" w="med" type="none"/>
              <a:tailEnd len="med" w="med" type="stealth"/>
            </a:ln>
          </p:spPr>
        </p:cxnSp>
        <p:sp>
          <p:nvSpPr>
            <p:cNvPr id="711" name="Google Shape;711;p56"/>
            <p:cNvSpPr txBox="1"/>
            <p:nvPr/>
          </p:nvSpPr>
          <p:spPr>
            <a:xfrm>
              <a:off x="1799850" y="2481300"/>
              <a:ext cx="1658100" cy="50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500">
                  <a:solidFill>
                    <a:schemeClr val="lt1"/>
                  </a:solidFill>
                  <a:latin typeface="Maven Pro"/>
                  <a:ea typeface="Maven Pro"/>
                  <a:cs typeface="Maven Pro"/>
                  <a:sym typeface="Maven Pro"/>
                </a:rPr>
                <a:t>Masked backpropagation</a:t>
              </a:r>
              <a:endParaRPr sz="1500">
                <a:solidFill>
                  <a:schemeClr val="lt1"/>
                </a:solidFill>
                <a:latin typeface="Maven Pro"/>
                <a:ea typeface="Maven Pro"/>
                <a:cs typeface="Maven Pro"/>
                <a:sym typeface="Maven Pro"/>
              </a:endParaRPr>
            </a:p>
          </p:txBody>
        </p:sp>
        <p:pic>
          <p:nvPicPr>
            <p:cNvPr id="712" name="Google Shape;712;p56" title="equation (10).png"/>
            <p:cNvPicPr preferRelativeResize="0"/>
            <p:nvPr/>
          </p:nvPicPr>
          <p:blipFill>
            <a:blip r:embed="rId5">
              <a:alphaModFix/>
            </a:blip>
            <a:stretch>
              <a:fillRect/>
            </a:stretch>
          </p:blipFill>
          <p:spPr>
            <a:xfrm>
              <a:off x="1973125" y="3090000"/>
              <a:ext cx="1293850" cy="204300"/>
            </a:xfrm>
            <a:prstGeom prst="rect">
              <a:avLst/>
            </a:prstGeom>
            <a:noFill/>
            <a:ln>
              <a:noFill/>
            </a:ln>
          </p:spPr>
        </p:pic>
      </p:grpSp>
      <p:grpSp>
        <p:nvGrpSpPr>
          <p:cNvPr id="713" name="Google Shape;713;p56"/>
          <p:cNvGrpSpPr/>
          <p:nvPr/>
        </p:nvGrpSpPr>
        <p:grpSpPr>
          <a:xfrm>
            <a:off x="3621900" y="1495200"/>
            <a:ext cx="1665600" cy="1868550"/>
            <a:chOff x="3621900" y="1571400"/>
            <a:chExt cx="1665600" cy="1868550"/>
          </a:xfrm>
        </p:grpSpPr>
        <p:sp>
          <p:nvSpPr>
            <p:cNvPr id="714" name="Google Shape;714;p56"/>
            <p:cNvSpPr/>
            <p:nvPr/>
          </p:nvSpPr>
          <p:spPr>
            <a:xfrm>
              <a:off x="3748500" y="2191350"/>
              <a:ext cx="1507500" cy="1248600"/>
            </a:xfrm>
            <a:prstGeom prst="roundRect">
              <a:avLst>
                <a:gd fmla="val 16667"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715" name="Google Shape;715;p56"/>
            <p:cNvSpPr txBox="1"/>
            <p:nvPr/>
          </p:nvSpPr>
          <p:spPr>
            <a:xfrm>
              <a:off x="3741000" y="2215050"/>
              <a:ext cx="1546500" cy="554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it" sz="1500">
                  <a:solidFill>
                    <a:schemeClr val="lt1"/>
                  </a:solidFill>
                  <a:latin typeface="Maven Pro"/>
                  <a:ea typeface="Maven Pro"/>
                  <a:cs typeface="Maven Pro"/>
                  <a:sym typeface="Maven Pro"/>
                </a:rPr>
                <a:t>Hybrid LR Scheduler</a:t>
              </a:r>
              <a:endParaRPr sz="1000">
                <a:solidFill>
                  <a:schemeClr val="lt1"/>
                </a:solidFill>
                <a:latin typeface="Maven Pro"/>
                <a:ea typeface="Maven Pro"/>
                <a:cs typeface="Maven Pro"/>
                <a:sym typeface="Maven Pro"/>
              </a:endParaRPr>
            </a:p>
          </p:txBody>
        </p:sp>
        <p:cxnSp>
          <p:nvCxnSpPr>
            <p:cNvPr id="716" name="Google Shape;716;p56"/>
            <p:cNvCxnSpPr>
              <a:stCxn id="702" idx="2"/>
              <a:endCxn id="714" idx="0"/>
            </p:cNvCxnSpPr>
            <p:nvPr/>
          </p:nvCxnSpPr>
          <p:spPr>
            <a:xfrm flipH="1" rot="-5400000">
              <a:off x="4183650" y="1872750"/>
              <a:ext cx="620100" cy="17400"/>
            </a:xfrm>
            <a:prstGeom prst="curvedConnector3">
              <a:avLst>
                <a:gd fmla="val 49988" name="adj1"/>
              </a:avLst>
            </a:prstGeom>
            <a:noFill/>
            <a:ln cap="flat" cmpd="sng" w="19050">
              <a:solidFill>
                <a:srgbClr val="FFF9F3"/>
              </a:solidFill>
              <a:prstDash val="solid"/>
              <a:round/>
              <a:headEnd len="med" w="med" type="none"/>
              <a:tailEnd len="med" w="med" type="stealth"/>
            </a:ln>
          </p:spPr>
        </p:cxnSp>
        <p:sp>
          <p:nvSpPr>
            <p:cNvPr id="717" name="Google Shape;717;p56"/>
            <p:cNvSpPr txBox="1"/>
            <p:nvPr/>
          </p:nvSpPr>
          <p:spPr>
            <a:xfrm>
              <a:off x="3621900" y="2812500"/>
              <a:ext cx="1658100" cy="608700"/>
            </a:xfrm>
            <a:prstGeom prst="rect">
              <a:avLst/>
            </a:prstGeom>
            <a:noFill/>
            <a:ln>
              <a:noFill/>
            </a:ln>
          </p:spPr>
          <p:txBody>
            <a:bodyPr anchorCtr="0" anchor="t" bIns="91425" lIns="91425" spcFirstLastPara="1" rIns="91425" wrap="square" tIns="91425">
              <a:noAutofit/>
            </a:bodyPr>
            <a:lstStyle/>
            <a:p>
              <a:pPr indent="-292100" lvl="0" marL="457200" rtl="0" algn="l">
                <a:lnSpc>
                  <a:spcPct val="150000"/>
                </a:lnSpc>
                <a:spcBef>
                  <a:spcPts val="0"/>
                </a:spcBef>
                <a:spcAft>
                  <a:spcPts val="0"/>
                </a:spcAft>
                <a:buClr>
                  <a:schemeClr val="lt1"/>
                </a:buClr>
                <a:buSzPts val="1000"/>
                <a:buFont typeface="Maven Pro"/>
                <a:buChar char="●"/>
              </a:pPr>
              <a:r>
                <a:rPr lang="it" sz="1000">
                  <a:solidFill>
                    <a:schemeClr val="lt1"/>
                  </a:solidFill>
                  <a:latin typeface="Maven Pro"/>
                  <a:ea typeface="Maven Pro"/>
                  <a:cs typeface="Maven Pro"/>
                  <a:sym typeface="Maven Pro"/>
                </a:rPr>
                <a:t>Linear Warmup</a:t>
              </a:r>
              <a:endParaRPr sz="1000">
                <a:solidFill>
                  <a:schemeClr val="lt1"/>
                </a:solidFill>
                <a:latin typeface="Maven Pro"/>
                <a:ea typeface="Maven Pro"/>
                <a:cs typeface="Maven Pro"/>
                <a:sym typeface="Maven Pro"/>
              </a:endParaRPr>
            </a:p>
            <a:p>
              <a:pPr indent="-292100" lvl="0" marL="457200" rtl="0" algn="l">
                <a:lnSpc>
                  <a:spcPct val="150000"/>
                </a:lnSpc>
                <a:spcBef>
                  <a:spcPts val="0"/>
                </a:spcBef>
                <a:spcAft>
                  <a:spcPts val="0"/>
                </a:spcAft>
                <a:buClr>
                  <a:schemeClr val="lt1"/>
                </a:buClr>
                <a:buSzPts val="1000"/>
                <a:buFont typeface="Maven Pro"/>
                <a:buChar char="●"/>
              </a:pPr>
              <a:r>
                <a:rPr lang="it" sz="1000">
                  <a:solidFill>
                    <a:schemeClr val="lt1"/>
                  </a:solidFill>
                  <a:latin typeface="Maven Pro"/>
                  <a:ea typeface="Maven Pro"/>
                  <a:cs typeface="Maven Pro"/>
                  <a:sym typeface="Maven Pro"/>
                </a:rPr>
                <a:t>Cosine Decay</a:t>
              </a:r>
              <a:endParaRPr sz="1800">
                <a:solidFill>
                  <a:schemeClr val="lt1"/>
                </a:solidFill>
                <a:latin typeface="Maven Pro"/>
                <a:ea typeface="Maven Pro"/>
                <a:cs typeface="Maven Pro"/>
                <a:sym typeface="Maven Pro"/>
              </a:endParaRPr>
            </a:p>
          </p:txBody>
        </p:sp>
      </p:grpSp>
      <p:grpSp>
        <p:nvGrpSpPr>
          <p:cNvPr id="718" name="Google Shape;718;p56"/>
          <p:cNvGrpSpPr/>
          <p:nvPr/>
        </p:nvGrpSpPr>
        <p:grpSpPr>
          <a:xfrm>
            <a:off x="4485000" y="1495200"/>
            <a:ext cx="4267500" cy="1822500"/>
            <a:chOff x="4485000" y="1495200"/>
            <a:chExt cx="4267500" cy="1822500"/>
          </a:xfrm>
        </p:grpSpPr>
        <p:sp>
          <p:nvSpPr>
            <p:cNvPr id="719" name="Google Shape;719;p56"/>
            <p:cNvSpPr/>
            <p:nvPr/>
          </p:nvSpPr>
          <p:spPr>
            <a:xfrm>
              <a:off x="5844900" y="2233500"/>
              <a:ext cx="2907600" cy="1084200"/>
            </a:xfrm>
            <a:prstGeom prst="roundRect">
              <a:avLst>
                <a:gd fmla="val 16667" name="adj"/>
              </a:avLst>
            </a:prstGeom>
            <a:solidFill>
              <a:schemeClr val="lt2"/>
            </a:solid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720" name="Google Shape;720;p56"/>
            <p:cNvSpPr txBox="1"/>
            <p:nvPr/>
          </p:nvSpPr>
          <p:spPr>
            <a:xfrm>
              <a:off x="6720150" y="2246700"/>
              <a:ext cx="1157100" cy="36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500">
                  <a:solidFill>
                    <a:schemeClr val="lt1"/>
                  </a:solidFill>
                  <a:latin typeface="Maven Pro"/>
                  <a:ea typeface="Maven Pro"/>
                  <a:cs typeface="Maven Pro"/>
                  <a:sym typeface="Maven Pro"/>
                </a:rPr>
                <a:t>ROC - AUC</a:t>
              </a:r>
              <a:endParaRPr sz="1500">
                <a:solidFill>
                  <a:schemeClr val="lt1"/>
                </a:solidFill>
                <a:latin typeface="Maven Pro"/>
                <a:ea typeface="Maven Pro"/>
                <a:cs typeface="Maven Pro"/>
                <a:sym typeface="Maven Pro"/>
              </a:endParaRPr>
            </a:p>
          </p:txBody>
        </p:sp>
        <p:cxnSp>
          <p:nvCxnSpPr>
            <p:cNvPr id="721" name="Google Shape;721;p56"/>
            <p:cNvCxnSpPr>
              <a:stCxn id="702" idx="2"/>
              <a:endCxn id="719" idx="0"/>
            </p:cNvCxnSpPr>
            <p:nvPr/>
          </p:nvCxnSpPr>
          <p:spPr>
            <a:xfrm flipH="1" rot="-5400000">
              <a:off x="5522700" y="457500"/>
              <a:ext cx="738300" cy="2813700"/>
            </a:xfrm>
            <a:prstGeom prst="curvedConnector3">
              <a:avLst>
                <a:gd fmla="val 50000" name="adj1"/>
              </a:avLst>
            </a:prstGeom>
            <a:noFill/>
            <a:ln cap="flat" cmpd="sng" w="19050">
              <a:solidFill>
                <a:srgbClr val="FFF9F3"/>
              </a:solidFill>
              <a:prstDash val="solid"/>
              <a:round/>
              <a:headEnd len="med" w="med" type="none"/>
              <a:tailEnd len="med" w="med" type="stealth"/>
            </a:ln>
          </p:spPr>
        </p:cxnSp>
        <p:sp>
          <p:nvSpPr>
            <p:cNvPr id="722" name="Google Shape;722;p56"/>
            <p:cNvSpPr txBox="1"/>
            <p:nvPr/>
          </p:nvSpPr>
          <p:spPr>
            <a:xfrm>
              <a:off x="5977500" y="2578775"/>
              <a:ext cx="2700000" cy="668700"/>
            </a:xfrm>
            <a:prstGeom prst="rect">
              <a:avLst/>
            </a:prstGeom>
            <a:noFill/>
            <a:ln>
              <a:noFill/>
            </a:ln>
          </p:spPr>
          <p:txBody>
            <a:bodyPr anchorCtr="0" anchor="ctr" bIns="91425" lIns="91425" spcFirstLastPara="1" rIns="91425" wrap="square" tIns="91425">
              <a:noAutofit/>
            </a:bodyPr>
            <a:lstStyle/>
            <a:p>
              <a:pPr indent="-292100" lvl="0" marL="457200" rtl="0" algn="l">
                <a:lnSpc>
                  <a:spcPct val="150000"/>
                </a:lnSpc>
                <a:spcBef>
                  <a:spcPts val="0"/>
                </a:spcBef>
                <a:spcAft>
                  <a:spcPts val="0"/>
                </a:spcAft>
                <a:buClr>
                  <a:schemeClr val="lt1"/>
                </a:buClr>
                <a:buSzPts val="1000"/>
                <a:buFont typeface="Maven Pro"/>
                <a:buChar char="●"/>
              </a:pPr>
              <a:r>
                <a:rPr lang="it" sz="1000">
                  <a:solidFill>
                    <a:schemeClr val="lt1"/>
                  </a:solidFill>
                  <a:latin typeface="Maven Pro"/>
                  <a:ea typeface="Maven Pro"/>
                  <a:cs typeface="Maven Pro"/>
                  <a:sym typeface="Maven Pro"/>
                </a:rPr>
                <a:t>here more reliable than accuracy</a:t>
              </a:r>
              <a:endParaRPr sz="1000">
                <a:solidFill>
                  <a:schemeClr val="lt1"/>
                </a:solidFill>
                <a:latin typeface="Maven Pro"/>
                <a:ea typeface="Maven Pro"/>
                <a:cs typeface="Maven Pro"/>
                <a:sym typeface="Maven Pro"/>
              </a:endParaRPr>
            </a:p>
            <a:p>
              <a:pPr indent="-292100" lvl="0" marL="457200" rtl="0" algn="l">
                <a:lnSpc>
                  <a:spcPct val="150000"/>
                </a:lnSpc>
                <a:spcBef>
                  <a:spcPts val="0"/>
                </a:spcBef>
                <a:spcAft>
                  <a:spcPts val="0"/>
                </a:spcAft>
                <a:buClr>
                  <a:schemeClr val="lt1"/>
                </a:buClr>
                <a:buSzPts val="1000"/>
                <a:buFont typeface="Maven Pro"/>
                <a:buChar char="●"/>
              </a:pPr>
              <a:r>
                <a:rPr lang="it" sz="1000">
                  <a:solidFill>
                    <a:schemeClr val="lt1"/>
                  </a:solidFill>
                  <a:latin typeface="Maven Pro"/>
                  <a:ea typeface="Maven Pro"/>
                  <a:cs typeface="Maven Pro"/>
                  <a:sym typeface="Maven Pro"/>
                </a:rPr>
                <a:t>class-independent computed</a:t>
              </a:r>
              <a:endParaRPr sz="1000">
                <a:solidFill>
                  <a:schemeClr val="lt1"/>
                </a:solidFill>
                <a:latin typeface="Maven Pro"/>
                <a:ea typeface="Maven Pro"/>
                <a:cs typeface="Maven Pro"/>
                <a:sym typeface="Maven Pro"/>
              </a:endParaRPr>
            </a:p>
            <a:p>
              <a:pPr indent="-292100" lvl="0" marL="457200" rtl="0" algn="l">
                <a:lnSpc>
                  <a:spcPct val="150000"/>
                </a:lnSpc>
                <a:spcBef>
                  <a:spcPts val="0"/>
                </a:spcBef>
                <a:spcAft>
                  <a:spcPts val="0"/>
                </a:spcAft>
                <a:buClr>
                  <a:schemeClr val="lt1"/>
                </a:buClr>
                <a:buSzPts val="1000"/>
                <a:buFont typeface="Maven Pro"/>
                <a:buChar char="●"/>
              </a:pPr>
              <a:r>
                <a:rPr lang="it" sz="1000">
                  <a:solidFill>
                    <a:schemeClr val="lt1"/>
                  </a:solidFill>
                  <a:latin typeface="Maven Pro"/>
                  <a:ea typeface="Maven Pro"/>
                  <a:cs typeface="Maven Pro"/>
                  <a:sym typeface="Maven Pro"/>
                </a:rPr>
                <a:t>continuous Spectrum reliability</a:t>
              </a:r>
              <a:endParaRPr sz="1000">
                <a:solidFill>
                  <a:schemeClr val="lt1"/>
                </a:solidFill>
                <a:latin typeface="Maven Pro"/>
                <a:ea typeface="Maven Pro"/>
                <a:cs typeface="Maven Pro"/>
                <a:sym typeface="Maven Pro"/>
              </a:endParaRPr>
            </a:p>
          </p:txBody>
        </p:sp>
      </p:grpSp>
      <p:grpSp>
        <p:nvGrpSpPr>
          <p:cNvPr id="723" name="Google Shape;723;p56"/>
          <p:cNvGrpSpPr/>
          <p:nvPr/>
        </p:nvGrpSpPr>
        <p:grpSpPr>
          <a:xfrm>
            <a:off x="676650" y="3526050"/>
            <a:ext cx="5293350" cy="1456050"/>
            <a:chOff x="676650" y="3526050"/>
            <a:chExt cx="5293350" cy="1456050"/>
          </a:xfrm>
        </p:grpSpPr>
        <p:sp>
          <p:nvSpPr>
            <p:cNvPr id="724" name="Google Shape;724;p56"/>
            <p:cNvSpPr/>
            <p:nvPr/>
          </p:nvSpPr>
          <p:spPr>
            <a:xfrm>
              <a:off x="676650" y="3832500"/>
              <a:ext cx="5278500" cy="1149600"/>
            </a:xfrm>
            <a:prstGeom prst="roundRect">
              <a:avLst>
                <a:gd fmla="val 16667" name="adj"/>
              </a:avLst>
            </a:prstGeom>
            <a:solidFill>
              <a:schemeClr val="lt2"/>
            </a:solidFill>
            <a:ln cap="flat" cmpd="sng" w="19050">
              <a:solidFill>
                <a:srgbClr val="FFF9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725" name="Google Shape;725;p56"/>
            <p:cNvSpPr txBox="1"/>
            <p:nvPr/>
          </p:nvSpPr>
          <p:spPr>
            <a:xfrm>
              <a:off x="676650" y="3526050"/>
              <a:ext cx="13800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chemeClr val="lt1"/>
                  </a:solidFill>
                  <a:latin typeface="Maven Pro"/>
                  <a:ea typeface="Maven Pro"/>
                  <a:cs typeface="Maven Pro"/>
                  <a:sym typeface="Maven Pro"/>
                </a:rPr>
                <a:t>PARAMETERS</a:t>
              </a:r>
              <a:endParaRPr>
                <a:solidFill>
                  <a:schemeClr val="lt1"/>
                </a:solidFill>
                <a:latin typeface="Maven Pro"/>
                <a:ea typeface="Maven Pro"/>
                <a:cs typeface="Maven Pro"/>
                <a:sym typeface="Maven Pro"/>
              </a:endParaRPr>
            </a:p>
          </p:txBody>
        </p:sp>
        <p:sp>
          <p:nvSpPr>
            <p:cNvPr id="726" name="Google Shape;726;p56"/>
            <p:cNvSpPr txBox="1"/>
            <p:nvPr/>
          </p:nvSpPr>
          <p:spPr>
            <a:xfrm>
              <a:off x="817500" y="3858300"/>
              <a:ext cx="2295000" cy="10842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Char char="●"/>
              </a:pPr>
              <a:r>
                <a:rPr lang="it" sz="1300">
                  <a:solidFill>
                    <a:schemeClr val="lt1"/>
                  </a:solidFill>
                  <a:latin typeface="Maven Pro"/>
                  <a:ea typeface="Maven Pro"/>
                  <a:cs typeface="Maven Pro"/>
                  <a:sym typeface="Maven Pro"/>
                </a:rPr>
                <a:t>Adam Optimizer</a:t>
              </a:r>
              <a:endParaRPr sz="1300">
                <a:solidFill>
                  <a:schemeClr val="lt1"/>
                </a:solidFill>
                <a:latin typeface="Maven Pro"/>
                <a:ea typeface="Maven Pro"/>
                <a:cs typeface="Maven Pro"/>
                <a:sym typeface="Maven Pro"/>
              </a:endParaRPr>
            </a:p>
            <a:p>
              <a:pPr indent="-311150" lvl="0" marL="457200" rtl="0" algn="l">
                <a:spcBef>
                  <a:spcPts val="0"/>
                </a:spcBef>
                <a:spcAft>
                  <a:spcPts val="0"/>
                </a:spcAft>
                <a:buClr>
                  <a:schemeClr val="lt1"/>
                </a:buClr>
                <a:buSzPts val="1300"/>
                <a:buChar char="●"/>
              </a:pPr>
              <a:r>
                <a:rPr lang="it" sz="1300">
                  <a:solidFill>
                    <a:schemeClr val="lt1"/>
                  </a:solidFill>
                  <a:latin typeface="Maven Pro"/>
                  <a:ea typeface="Maven Pro"/>
                  <a:cs typeface="Maven Pro"/>
                  <a:sym typeface="Maven Pro"/>
                </a:rPr>
                <a:t>LR </a:t>
              </a:r>
              <a:r>
                <a:rPr lang="it" sz="1300">
                  <a:solidFill>
                    <a:schemeClr val="lt1"/>
                  </a:solidFill>
                </a:rPr>
                <a:t>≈ 6.1e-3</a:t>
              </a:r>
              <a:endParaRPr sz="1300">
                <a:solidFill>
                  <a:schemeClr val="lt1"/>
                </a:solidFill>
              </a:endParaRPr>
            </a:p>
            <a:p>
              <a:pPr indent="-311150" lvl="0" marL="457200" rtl="0" algn="l">
                <a:spcBef>
                  <a:spcPts val="0"/>
                </a:spcBef>
                <a:spcAft>
                  <a:spcPts val="0"/>
                </a:spcAft>
                <a:buClr>
                  <a:schemeClr val="lt1"/>
                </a:buClr>
                <a:buSzPts val="1300"/>
                <a:buChar char="●"/>
              </a:pPr>
              <a:r>
                <a:rPr lang="it" sz="1300">
                  <a:solidFill>
                    <a:schemeClr val="lt1"/>
                  </a:solidFill>
                </a:rPr>
                <a:t>Epochs = 200</a:t>
              </a:r>
              <a:endParaRPr sz="1300">
                <a:solidFill>
                  <a:schemeClr val="lt1"/>
                </a:solidFill>
              </a:endParaRPr>
            </a:p>
            <a:p>
              <a:pPr indent="-311150" lvl="0" marL="457200" rtl="0" algn="l">
                <a:spcBef>
                  <a:spcPts val="0"/>
                </a:spcBef>
                <a:spcAft>
                  <a:spcPts val="0"/>
                </a:spcAft>
                <a:buClr>
                  <a:schemeClr val="lt1"/>
                </a:buClr>
                <a:buSzPts val="1300"/>
                <a:buChar char="●"/>
              </a:pPr>
              <a:r>
                <a:rPr lang="it" sz="1300">
                  <a:solidFill>
                    <a:schemeClr val="lt1"/>
                  </a:solidFill>
                </a:rPr>
                <a:t>Batch Size = 64</a:t>
              </a:r>
              <a:endParaRPr sz="1300">
                <a:solidFill>
                  <a:schemeClr val="lt1"/>
                </a:solidFill>
              </a:endParaRPr>
            </a:p>
          </p:txBody>
        </p:sp>
        <p:sp>
          <p:nvSpPr>
            <p:cNvPr id="727" name="Google Shape;727;p56"/>
            <p:cNvSpPr txBox="1"/>
            <p:nvPr/>
          </p:nvSpPr>
          <p:spPr>
            <a:xfrm>
              <a:off x="3195000" y="3865200"/>
              <a:ext cx="2775000" cy="10842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Char char="●"/>
              </a:pPr>
              <a:r>
                <a:rPr lang="it" sz="1300">
                  <a:solidFill>
                    <a:schemeClr val="lt1"/>
                  </a:solidFill>
                  <a:latin typeface="Maven Pro"/>
                  <a:ea typeface="Maven Pro"/>
                  <a:cs typeface="Maven Pro"/>
                  <a:sym typeface="Maven Pro"/>
                </a:rPr>
                <a:t>Dropout </a:t>
              </a:r>
              <a:r>
                <a:rPr lang="it" sz="1300">
                  <a:solidFill>
                    <a:schemeClr val="lt1"/>
                  </a:solidFill>
                </a:rPr>
                <a:t>≈ 0.41</a:t>
              </a:r>
              <a:endParaRPr sz="1300">
                <a:solidFill>
                  <a:schemeClr val="lt1"/>
                </a:solidFill>
                <a:latin typeface="Maven Pro"/>
                <a:ea typeface="Maven Pro"/>
                <a:cs typeface="Maven Pro"/>
                <a:sym typeface="Maven Pro"/>
              </a:endParaRPr>
            </a:p>
            <a:p>
              <a:pPr indent="-311150" lvl="0" marL="457200" rtl="0" algn="l">
                <a:spcBef>
                  <a:spcPts val="0"/>
                </a:spcBef>
                <a:spcAft>
                  <a:spcPts val="0"/>
                </a:spcAft>
                <a:buClr>
                  <a:schemeClr val="lt1"/>
                </a:buClr>
                <a:buSzPts val="1300"/>
                <a:buChar char="●"/>
              </a:pPr>
              <a:r>
                <a:rPr lang="it" sz="1300">
                  <a:solidFill>
                    <a:schemeClr val="lt1"/>
                  </a:solidFill>
                  <a:latin typeface="Maven Pro"/>
                  <a:ea typeface="Maven Pro"/>
                  <a:cs typeface="Maven Pro"/>
                  <a:sym typeface="Maven Pro"/>
                </a:rPr>
                <a:t>W. Decay</a:t>
              </a:r>
              <a:r>
                <a:rPr lang="it" sz="1300">
                  <a:solidFill>
                    <a:schemeClr val="lt1"/>
                  </a:solidFill>
                  <a:latin typeface="Maven Pro"/>
                  <a:ea typeface="Maven Pro"/>
                  <a:cs typeface="Maven Pro"/>
                  <a:sym typeface="Maven Pro"/>
                </a:rPr>
                <a:t> </a:t>
              </a:r>
              <a:r>
                <a:rPr lang="it" sz="1300">
                  <a:solidFill>
                    <a:schemeClr val="lt1"/>
                  </a:solidFill>
                </a:rPr>
                <a:t>≈ 2.6e-4</a:t>
              </a:r>
              <a:endParaRPr sz="1300">
                <a:solidFill>
                  <a:schemeClr val="lt1"/>
                </a:solidFill>
                <a:latin typeface="Maven Pro"/>
                <a:ea typeface="Maven Pro"/>
                <a:cs typeface="Maven Pro"/>
                <a:sym typeface="Maven Pro"/>
              </a:endParaRPr>
            </a:p>
            <a:p>
              <a:pPr indent="-311150" lvl="0" marL="457200" rtl="0" algn="l">
                <a:spcBef>
                  <a:spcPts val="0"/>
                </a:spcBef>
                <a:spcAft>
                  <a:spcPts val="0"/>
                </a:spcAft>
                <a:buClr>
                  <a:schemeClr val="lt1"/>
                </a:buClr>
                <a:buSzPts val="1300"/>
                <a:buChar char="●"/>
              </a:pPr>
              <a:r>
                <a:rPr lang="it" sz="1300">
                  <a:solidFill>
                    <a:schemeClr val="lt1"/>
                  </a:solidFill>
                  <a:latin typeface="Maven Pro"/>
                  <a:ea typeface="Maven Pro"/>
                  <a:cs typeface="Maven Pro"/>
                  <a:sym typeface="Maven Pro"/>
                </a:rPr>
                <a:t>Hidden Ch. = 128</a:t>
              </a:r>
              <a:endParaRPr sz="1300">
                <a:solidFill>
                  <a:schemeClr val="lt1"/>
                </a:solidFill>
                <a:latin typeface="Maven Pro"/>
                <a:ea typeface="Maven Pro"/>
                <a:cs typeface="Maven Pro"/>
                <a:sym typeface="Maven Pro"/>
              </a:endParaRPr>
            </a:p>
            <a:p>
              <a:pPr indent="-311150" lvl="0" marL="457200" rtl="0" algn="l">
                <a:spcBef>
                  <a:spcPts val="0"/>
                </a:spcBef>
                <a:spcAft>
                  <a:spcPts val="0"/>
                </a:spcAft>
                <a:buClr>
                  <a:schemeClr val="lt1"/>
                </a:buClr>
                <a:buSzPts val="1300"/>
                <a:buFont typeface="Maven Pro"/>
                <a:buChar char="●"/>
              </a:pPr>
              <a:r>
                <a:rPr lang="it" sz="1300">
                  <a:solidFill>
                    <a:schemeClr val="lt1"/>
                  </a:solidFill>
                  <a:latin typeface="Maven Pro"/>
                  <a:ea typeface="Maven Pro"/>
                  <a:cs typeface="Maven Pro"/>
                  <a:sym typeface="Maven Pro"/>
                </a:rPr>
                <a:t>[T|T|V] = [0.7|0.15|0.15]</a:t>
              </a:r>
              <a:endParaRPr sz="1300">
                <a:solidFill>
                  <a:schemeClr val="lt1"/>
                </a:solidFill>
                <a:latin typeface="Maven Pro"/>
                <a:ea typeface="Maven Pro"/>
                <a:cs typeface="Maven Pro"/>
                <a:sym typeface="Maven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pic>
        <p:nvPicPr>
          <p:cNvPr id="732" name="Google Shape;732;p57"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sp>
        <p:nvSpPr>
          <p:cNvPr id="733" name="Google Shape;733;p5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DGN</a:t>
            </a:r>
            <a:r>
              <a:rPr lang="it">
                <a:latin typeface="Montserrat"/>
                <a:ea typeface="Montserrat"/>
                <a:cs typeface="Montserrat"/>
                <a:sym typeface="Montserrat"/>
              </a:rPr>
              <a:t> - </a:t>
            </a:r>
            <a:r>
              <a:rPr lang="it">
                <a:latin typeface="Montserrat"/>
                <a:ea typeface="Montserrat"/>
                <a:cs typeface="Montserrat"/>
                <a:sym typeface="Montserrat"/>
              </a:rPr>
              <a:t>Results</a:t>
            </a:r>
            <a:endParaRPr>
              <a:latin typeface="Montserrat"/>
              <a:ea typeface="Montserrat"/>
              <a:cs typeface="Montserrat"/>
              <a:sym typeface="Montserrat"/>
            </a:endParaRPr>
          </a:p>
        </p:txBody>
      </p:sp>
      <p:pic>
        <p:nvPicPr>
          <p:cNvPr id="734" name="Google Shape;734;p57" title="output.png"/>
          <p:cNvPicPr preferRelativeResize="0"/>
          <p:nvPr/>
        </p:nvPicPr>
        <p:blipFill>
          <a:blip r:embed="rId4">
            <a:alphaModFix/>
          </a:blip>
          <a:stretch>
            <a:fillRect/>
          </a:stretch>
        </p:blipFill>
        <p:spPr>
          <a:xfrm>
            <a:off x="1047601" y="1187475"/>
            <a:ext cx="6660451" cy="3305025"/>
          </a:xfrm>
          <a:prstGeom prst="rect">
            <a:avLst/>
          </a:prstGeom>
          <a:noFill/>
          <a:ln>
            <a:noFill/>
          </a:ln>
        </p:spPr>
      </p:pic>
      <p:grpSp>
        <p:nvGrpSpPr>
          <p:cNvPr id="735" name="Google Shape;735;p57"/>
          <p:cNvGrpSpPr/>
          <p:nvPr/>
        </p:nvGrpSpPr>
        <p:grpSpPr>
          <a:xfrm>
            <a:off x="1065000" y="4567500"/>
            <a:ext cx="5362500" cy="478500"/>
            <a:chOff x="1065000" y="4567500"/>
            <a:chExt cx="5362500" cy="478500"/>
          </a:xfrm>
        </p:grpSpPr>
        <p:sp>
          <p:nvSpPr>
            <p:cNvPr id="736" name="Google Shape;736;p57"/>
            <p:cNvSpPr txBox="1"/>
            <p:nvPr/>
          </p:nvSpPr>
          <p:spPr>
            <a:xfrm>
              <a:off x="1065000" y="4567500"/>
              <a:ext cx="352500" cy="42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3600">
                  <a:solidFill>
                    <a:schemeClr val="lt1"/>
                  </a:solidFill>
                  <a:latin typeface="Maven Pro"/>
                  <a:ea typeface="Maven Pro"/>
                  <a:cs typeface="Maven Pro"/>
                  <a:sym typeface="Maven Pro"/>
                </a:rPr>
                <a:t>*</a:t>
              </a:r>
              <a:endParaRPr sz="3600">
                <a:solidFill>
                  <a:schemeClr val="lt1"/>
                </a:solidFill>
                <a:latin typeface="Maven Pro"/>
                <a:ea typeface="Maven Pro"/>
                <a:cs typeface="Maven Pro"/>
                <a:sym typeface="Maven Pro"/>
              </a:endParaRPr>
            </a:p>
          </p:txBody>
        </p:sp>
        <p:sp>
          <p:nvSpPr>
            <p:cNvPr id="737" name="Google Shape;737;p57"/>
            <p:cNvSpPr txBox="1"/>
            <p:nvPr/>
          </p:nvSpPr>
          <p:spPr>
            <a:xfrm>
              <a:off x="1386600" y="4620000"/>
              <a:ext cx="5040900" cy="42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chemeClr val="lt1"/>
                  </a:solidFill>
                  <a:latin typeface="Maven Pro"/>
                  <a:ea typeface="Maven Pro"/>
                  <a:cs typeface="Maven Pro"/>
                  <a:sym typeface="Maven Pro"/>
                </a:rPr>
                <a:t>performances on test set (15% , N. molecules = 1174)</a:t>
              </a:r>
              <a:endParaRPr>
                <a:solidFill>
                  <a:schemeClr val="lt1"/>
                </a:solidFill>
                <a:latin typeface="Maven Pro"/>
                <a:ea typeface="Maven Pro"/>
                <a:cs typeface="Maven Pro"/>
                <a:sym typeface="Maven Pro"/>
              </a:endParaRPr>
            </a:p>
          </p:txBody>
        </p:sp>
      </p:grpSp>
      <p:sp>
        <p:nvSpPr>
          <p:cNvPr id="738" name="Google Shape;738;p57"/>
          <p:cNvSpPr txBox="1"/>
          <p:nvPr/>
        </p:nvSpPr>
        <p:spPr>
          <a:xfrm>
            <a:off x="3796200" y="362400"/>
            <a:ext cx="352500" cy="42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3600">
                <a:solidFill>
                  <a:schemeClr val="lt1"/>
                </a:solidFill>
                <a:latin typeface="Maven Pro"/>
                <a:ea typeface="Maven Pro"/>
                <a:cs typeface="Maven Pro"/>
                <a:sym typeface="Maven Pro"/>
              </a:rPr>
              <a:t>*</a:t>
            </a:r>
            <a:endParaRPr sz="3600">
              <a:solidFill>
                <a:schemeClr val="lt1"/>
              </a:solidFill>
              <a:latin typeface="Maven Pro"/>
              <a:ea typeface="Maven Pro"/>
              <a:cs typeface="Maven Pro"/>
              <a:sym typeface="Maven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grpSp>
        <p:nvGrpSpPr>
          <p:cNvPr id="743" name="Google Shape;743;p58"/>
          <p:cNvGrpSpPr/>
          <p:nvPr/>
        </p:nvGrpSpPr>
        <p:grpSpPr>
          <a:xfrm>
            <a:off x="397500" y="3076321"/>
            <a:ext cx="7035000" cy="1771425"/>
            <a:chOff x="397500" y="3076321"/>
            <a:chExt cx="7035000" cy="1771425"/>
          </a:xfrm>
        </p:grpSpPr>
        <p:sp>
          <p:nvSpPr>
            <p:cNvPr id="744" name="Google Shape;744;p58"/>
            <p:cNvSpPr/>
            <p:nvPr/>
          </p:nvSpPr>
          <p:spPr>
            <a:xfrm>
              <a:off x="397500" y="3413746"/>
              <a:ext cx="7035000" cy="14340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Maven Pro"/>
                <a:ea typeface="Maven Pro"/>
                <a:cs typeface="Maven Pro"/>
                <a:sym typeface="Maven Pro"/>
              </a:endParaRPr>
            </a:p>
          </p:txBody>
        </p:sp>
        <p:sp>
          <p:nvSpPr>
            <p:cNvPr id="745" name="Google Shape;745;p58"/>
            <p:cNvSpPr txBox="1"/>
            <p:nvPr/>
          </p:nvSpPr>
          <p:spPr>
            <a:xfrm>
              <a:off x="3096450" y="3076321"/>
              <a:ext cx="15417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chemeClr val="lt1"/>
                  </a:solidFill>
                  <a:latin typeface="Maven Pro"/>
                  <a:ea typeface="Maven Pro"/>
                  <a:cs typeface="Maven Pro"/>
                  <a:sym typeface="Maven Pro"/>
                </a:rPr>
                <a:t>ACTION SPACE</a:t>
              </a:r>
              <a:endParaRPr b="1" sz="1500">
                <a:solidFill>
                  <a:schemeClr val="lt1"/>
                </a:solidFill>
                <a:latin typeface="Maven Pro"/>
                <a:ea typeface="Maven Pro"/>
                <a:cs typeface="Maven Pro"/>
                <a:sym typeface="Maven Pro"/>
              </a:endParaRPr>
            </a:p>
          </p:txBody>
        </p:sp>
      </p:grpSp>
      <p:grpSp>
        <p:nvGrpSpPr>
          <p:cNvPr id="746" name="Google Shape;746;p58"/>
          <p:cNvGrpSpPr/>
          <p:nvPr/>
        </p:nvGrpSpPr>
        <p:grpSpPr>
          <a:xfrm>
            <a:off x="4098700" y="3642075"/>
            <a:ext cx="1791781" cy="1162421"/>
            <a:chOff x="4030650" y="3648025"/>
            <a:chExt cx="1791781" cy="1162421"/>
          </a:xfrm>
        </p:grpSpPr>
        <p:pic>
          <p:nvPicPr>
            <p:cNvPr id="747" name="Google Shape;747;p58"/>
            <p:cNvPicPr preferRelativeResize="0"/>
            <p:nvPr/>
          </p:nvPicPr>
          <p:blipFill>
            <a:blip r:embed="rId3">
              <a:alphaModFix/>
            </a:blip>
            <a:stretch>
              <a:fillRect/>
            </a:stretch>
          </p:blipFill>
          <p:spPr>
            <a:xfrm>
              <a:off x="4446685" y="4110838"/>
              <a:ext cx="305100" cy="305100"/>
            </a:xfrm>
            <a:prstGeom prst="rect">
              <a:avLst/>
            </a:prstGeom>
            <a:noFill/>
            <a:ln>
              <a:noFill/>
            </a:ln>
          </p:spPr>
        </p:pic>
        <p:pic>
          <p:nvPicPr>
            <p:cNvPr id="748" name="Google Shape;748;p58"/>
            <p:cNvPicPr preferRelativeResize="0"/>
            <p:nvPr/>
          </p:nvPicPr>
          <p:blipFill>
            <a:blip r:embed="rId4">
              <a:alphaModFix/>
            </a:blip>
            <a:stretch>
              <a:fillRect/>
            </a:stretch>
          </p:blipFill>
          <p:spPr>
            <a:xfrm>
              <a:off x="4930450" y="3648025"/>
              <a:ext cx="389700" cy="389700"/>
            </a:xfrm>
            <a:prstGeom prst="rect">
              <a:avLst/>
            </a:prstGeom>
            <a:noFill/>
            <a:ln>
              <a:noFill/>
            </a:ln>
          </p:spPr>
        </p:pic>
        <p:sp>
          <p:nvSpPr>
            <p:cNvPr id="749" name="Google Shape;749;p58"/>
            <p:cNvSpPr txBox="1"/>
            <p:nvPr/>
          </p:nvSpPr>
          <p:spPr>
            <a:xfrm>
              <a:off x="4030650" y="4505346"/>
              <a:ext cx="936000" cy="3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lt1"/>
                  </a:solidFill>
                  <a:latin typeface="Maven Pro"/>
                  <a:ea typeface="Maven Pro"/>
                  <a:cs typeface="Maven Pro"/>
                  <a:sym typeface="Maven Pro"/>
                </a:rPr>
                <a:t>ADD-bond</a:t>
              </a:r>
              <a:endParaRPr sz="1200">
                <a:solidFill>
                  <a:schemeClr val="lt1"/>
                </a:solidFill>
                <a:latin typeface="Maven Pro"/>
                <a:ea typeface="Maven Pro"/>
                <a:cs typeface="Maven Pro"/>
                <a:sym typeface="Maven Pro"/>
              </a:endParaRPr>
            </a:p>
          </p:txBody>
        </p:sp>
        <p:sp>
          <p:nvSpPr>
            <p:cNvPr id="750" name="Google Shape;750;p58"/>
            <p:cNvSpPr/>
            <p:nvPr/>
          </p:nvSpPr>
          <p:spPr>
            <a:xfrm>
              <a:off x="4871775" y="4113763"/>
              <a:ext cx="246000" cy="225900"/>
            </a:xfrm>
            <a:prstGeom prst="mathPlus">
              <a:avLst>
                <a:gd fmla="val 23520" name="adj1"/>
              </a:avLst>
            </a:prstGeom>
            <a:solidFill>
              <a:srgbClr val="FF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cxnSp>
          <p:nvCxnSpPr>
            <p:cNvPr id="751" name="Google Shape;751;p58"/>
            <p:cNvCxnSpPr>
              <a:stCxn id="748" idx="2"/>
            </p:cNvCxnSpPr>
            <p:nvPr/>
          </p:nvCxnSpPr>
          <p:spPr>
            <a:xfrm rot="5400000">
              <a:off x="4794700" y="4003525"/>
              <a:ext cx="296400" cy="364800"/>
            </a:xfrm>
            <a:prstGeom prst="curvedConnector2">
              <a:avLst/>
            </a:prstGeom>
            <a:noFill/>
            <a:ln cap="flat" cmpd="sng" w="9525">
              <a:solidFill>
                <a:srgbClr val="FF00FF"/>
              </a:solidFill>
              <a:prstDash val="solid"/>
              <a:round/>
              <a:headEnd len="med" w="med" type="none"/>
              <a:tailEnd len="med" w="med" type="none"/>
            </a:ln>
          </p:spPr>
        </p:cxnSp>
        <p:sp>
          <p:nvSpPr>
            <p:cNvPr id="752" name="Google Shape;752;p58"/>
            <p:cNvSpPr txBox="1"/>
            <p:nvPr/>
          </p:nvSpPr>
          <p:spPr>
            <a:xfrm>
              <a:off x="4333057" y="4508177"/>
              <a:ext cx="331200" cy="180600"/>
            </a:xfrm>
            <a:prstGeom prst="rect">
              <a:avLst/>
            </a:prstGeom>
            <a:noFill/>
            <a:ln>
              <a:noFill/>
            </a:ln>
          </p:spPr>
          <p:txBody>
            <a:bodyPr anchorCtr="0" anchor="ctr" bIns="74550" lIns="74550" spcFirstLastPara="1" rIns="74550" wrap="square" tIns="74550">
              <a:noAutofit/>
            </a:bodyPr>
            <a:lstStyle/>
            <a:p>
              <a:pPr indent="0" lvl="0" marL="0" rtl="0" algn="l">
                <a:spcBef>
                  <a:spcPts val="0"/>
                </a:spcBef>
                <a:spcAft>
                  <a:spcPts val="0"/>
                </a:spcAft>
                <a:buNone/>
              </a:pPr>
              <a:r>
                <a:t/>
              </a:r>
              <a:endParaRPr baseline="30000" sz="733">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978">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978">
                <a:solidFill>
                  <a:schemeClr val="lt1"/>
                </a:solidFill>
                <a:latin typeface="Maven Pro"/>
                <a:ea typeface="Maven Pro"/>
                <a:cs typeface="Maven Pro"/>
                <a:sym typeface="Maven Pro"/>
              </a:endParaRPr>
            </a:p>
            <a:p>
              <a:pPr indent="0" lvl="0" marL="0" rtl="0" algn="ctr">
                <a:spcBef>
                  <a:spcPts val="0"/>
                </a:spcBef>
                <a:spcAft>
                  <a:spcPts val="0"/>
                </a:spcAft>
                <a:buNone/>
              </a:pPr>
              <a:r>
                <a:t/>
              </a:r>
              <a:endParaRPr sz="978">
                <a:solidFill>
                  <a:schemeClr val="lt1"/>
                </a:solidFill>
                <a:latin typeface="Maven Pro"/>
                <a:ea typeface="Maven Pro"/>
                <a:cs typeface="Maven Pro"/>
                <a:sym typeface="Maven Pro"/>
              </a:endParaRPr>
            </a:p>
          </p:txBody>
        </p:sp>
        <p:cxnSp>
          <p:nvCxnSpPr>
            <p:cNvPr id="753" name="Google Shape;753;p58"/>
            <p:cNvCxnSpPr>
              <a:stCxn id="747" idx="0"/>
              <a:endCxn id="748" idx="1"/>
            </p:cNvCxnSpPr>
            <p:nvPr/>
          </p:nvCxnSpPr>
          <p:spPr>
            <a:xfrm rot="-5400000">
              <a:off x="4630885" y="3811288"/>
              <a:ext cx="267900" cy="331200"/>
            </a:xfrm>
            <a:prstGeom prst="curvedConnector2">
              <a:avLst/>
            </a:prstGeom>
            <a:noFill/>
            <a:ln cap="flat" cmpd="sng" w="9525">
              <a:solidFill>
                <a:schemeClr val="accent6"/>
              </a:solidFill>
              <a:prstDash val="solid"/>
              <a:round/>
              <a:headEnd len="med" w="med" type="none"/>
              <a:tailEnd len="med" w="med" type="none"/>
            </a:ln>
          </p:spPr>
        </p:cxnSp>
        <p:sp>
          <p:nvSpPr>
            <p:cNvPr id="754" name="Google Shape;754;p58"/>
            <p:cNvSpPr txBox="1"/>
            <p:nvPr/>
          </p:nvSpPr>
          <p:spPr>
            <a:xfrm>
              <a:off x="5224231" y="3989805"/>
              <a:ext cx="598200" cy="305100"/>
            </a:xfrm>
            <a:prstGeom prst="rect">
              <a:avLst/>
            </a:prstGeom>
            <a:noFill/>
            <a:ln>
              <a:noFill/>
            </a:ln>
          </p:spPr>
          <p:txBody>
            <a:bodyPr anchorCtr="0" anchor="t" bIns="55900" lIns="55900" spcFirstLastPara="1" rIns="55900" wrap="square" tIns="55900">
              <a:noAutofit/>
            </a:bodyPr>
            <a:lstStyle/>
            <a:p>
              <a:pPr indent="0" lvl="0" marL="0" rtl="0" algn="l">
                <a:spcBef>
                  <a:spcPts val="0"/>
                </a:spcBef>
                <a:spcAft>
                  <a:spcPts val="0"/>
                </a:spcAft>
                <a:buNone/>
              </a:pPr>
              <a:r>
                <a:rPr lang="it" sz="733">
                  <a:solidFill>
                    <a:schemeClr val="lt1"/>
                  </a:solidFill>
                  <a:latin typeface="Maven Pro"/>
                  <a:ea typeface="Maven Pro"/>
                  <a:cs typeface="Maven Pro"/>
                  <a:sym typeface="Maven Pro"/>
                </a:rPr>
                <a:t>0</a:t>
              </a:r>
              <a:r>
                <a:rPr baseline="30000" lang="it" sz="733">
                  <a:solidFill>
                    <a:schemeClr val="lt1"/>
                  </a:solidFill>
                  <a:latin typeface="Maven Pro"/>
                  <a:ea typeface="Maven Pro"/>
                  <a:cs typeface="Maven Pro"/>
                  <a:sym typeface="Maven Pro"/>
                </a:rPr>
                <a:t>-2</a:t>
              </a:r>
              <a:endParaRPr baseline="30000" sz="733">
                <a:solidFill>
                  <a:schemeClr val="lt1"/>
                </a:solidFill>
                <a:latin typeface="Maven Pro"/>
                <a:ea typeface="Maven Pro"/>
                <a:cs typeface="Maven Pro"/>
                <a:sym typeface="Maven Pro"/>
              </a:endParaRPr>
            </a:p>
          </p:txBody>
        </p:sp>
        <p:sp>
          <p:nvSpPr>
            <p:cNvPr id="755" name="Google Shape;755;p58"/>
            <p:cNvSpPr txBox="1"/>
            <p:nvPr/>
          </p:nvSpPr>
          <p:spPr>
            <a:xfrm>
              <a:off x="4212217" y="4298831"/>
              <a:ext cx="302100" cy="212400"/>
            </a:xfrm>
            <a:prstGeom prst="rect">
              <a:avLst/>
            </a:prstGeom>
            <a:noFill/>
            <a:ln>
              <a:noFill/>
            </a:ln>
          </p:spPr>
          <p:txBody>
            <a:bodyPr anchorCtr="0" anchor="ctr" bIns="74550" lIns="74550" spcFirstLastPara="1" rIns="74550" wrap="square" tIns="74550">
              <a:noAutofit/>
            </a:bodyPr>
            <a:lstStyle/>
            <a:p>
              <a:pPr indent="0" lvl="0" marL="0" rtl="0" algn="ctr">
                <a:spcBef>
                  <a:spcPts val="0"/>
                </a:spcBef>
                <a:spcAft>
                  <a:spcPts val="0"/>
                </a:spcAft>
                <a:buNone/>
              </a:pPr>
              <a:r>
                <a:rPr lang="it" sz="978">
                  <a:solidFill>
                    <a:schemeClr val="lt1"/>
                  </a:solidFill>
                  <a:latin typeface="Maven Pro"/>
                  <a:ea typeface="Maven Pro"/>
                  <a:cs typeface="Maven Pro"/>
                  <a:sym typeface="Maven Pro"/>
                </a:rPr>
                <a:t>C</a:t>
              </a:r>
              <a:endParaRPr sz="978">
                <a:solidFill>
                  <a:schemeClr val="lt1"/>
                </a:solidFill>
                <a:latin typeface="Maven Pro"/>
                <a:ea typeface="Maven Pro"/>
                <a:cs typeface="Maven Pro"/>
                <a:sym typeface="Maven Pro"/>
              </a:endParaRPr>
            </a:p>
          </p:txBody>
        </p:sp>
      </p:grpSp>
      <p:sp>
        <p:nvSpPr>
          <p:cNvPr id="756" name="Google Shape;756;p58"/>
          <p:cNvSpPr/>
          <p:nvPr/>
        </p:nvSpPr>
        <p:spPr>
          <a:xfrm>
            <a:off x="397500" y="1466100"/>
            <a:ext cx="7035000" cy="14340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grpSp>
        <p:nvGrpSpPr>
          <p:cNvPr id="757" name="Google Shape;757;p58"/>
          <p:cNvGrpSpPr/>
          <p:nvPr/>
        </p:nvGrpSpPr>
        <p:grpSpPr>
          <a:xfrm>
            <a:off x="3039600" y="1734500"/>
            <a:ext cx="1709250" cy="1067775"/>
            <a:chOff x="3039600" y="1734500"/>
            <a:chExt cx="1709250" cy="1067775"/>
          </a:xfrm>
        </p:grpSpPr>
        <p:sp>
          <p:nvSpPr>
            <p:cNvPr id="758" name="Google Shape;758;p58"/>
            <p:cNvSpPr/>
            <p:nvPr/>
          </p:nvSpPr>
          <p:spPr>
            <a:xfrm>
              <a:off x="3051750" y="1742738"/>
              <a:ext cx="714600" cy="416100"/>
            </a:xfrm>
            <a:prstGeom prst="cube">
              <a:avLst>
                <a:gd fmla="val 25000" name="adj"/>
              </a:avLst>
            </a:prstGeom>
            <a:solidFill>
              <a:srgbClr val="45818E"/>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Max</a:t>
              </a:r>
              <a:endParaRPr>
                <a:solidFill>
                  <a:schemeClr val="lt1"/>
                </a:solidFill>
                <a:latin typeface="Maven Pro"/>
                <a:ea typeface="Maven Pro"/>
                <a:cs typeface="Maven Pro"/>
                <a:sym typeface="Maven Pro"/>
              </a:endParaRPr>
            </a:p>
          </p:txBody>
        </p:sp>
        <p:sp>
          <p:nvSpPr>
            <p:cNvPr id="759" name="Google Shape;759;p58"/>
            <p:cNvSpPr/>
            <p:nvPr/>
          </p:nvSpPr>
          <p:spPr>
            <a:xfrm>
              <a:off x="4034250" y="1734500"/>
              <a:ext cx="714600" cy="416100"/>
            </a:xfrm>
            <a:prstGeom prst="cube">
              <a:avLst>
                <a:gd fmla="val 25000" name="adj"/>
              </a:avLst>
            </a:prstGeom>
            <a:solidFill>
              <a:srgbClr val="0B5394"/>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Sum</a:t>
              </a:r>
              <a:endParaRPr>
                <a:solidFill>
                  <a:schemeClr val="lt1"/>
                </a:solidFill>
                <a:latin typeface="Maven Pro"/>
                <a:ea typeface="Maven Pro"/>
                <a:cs typeface="Maven Pro"/>
                <a:sym typeface="Maven Pro"/>
              </a:endParaRPr>
            </a:p>
          </p:txBody>
        </p:sp>
        <p:sp>
          <p:nvSpPr>
            <p:cNvPr id="760" name="Google Shape;760;p58"/>
            <p:cNvSpPr/>
            <p:nvPr/>
          </p:nvSpPr>
          <p:spPr>
            <a:xfrm rot="5400000">
              <a:off x="3784500" y="1500600"/>
              <a:ext cx="165600" cy="1655400"/>
            </a:xfrm>
            <a:prstGeom prst="rightBrace">
              <a:avLst>
                <a:gd fmla="val 50000" name="adj1"/>
                <a:gd fmla="val 50000"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761" name="Google Shape;761;p58"/>
            <p:cNvSpPr txBox="1"/>
            <p:nvPr/>
          </p:nvSpPr>
          <p:spPr>
            <a:xfrm>
              <a:off x="3181650" y="2432975"/>
              <a:ext cx="13659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sz="1200">
                  <a:solidFill>
                    <a:schemeClr val="lt1"/>
                  </a:solidFill>
                  <a:latin typeface="Montserrat Medium"/>
                  <a:ea typeface="Montserrat Medium"/>
                  <a:cs typeface="Montserrat Medium"/>
                  <a:sym typeface="Montserrat Medium"/>
                </a:rPr>
                <a:t>Global Pooling </a:t>
              </a:r>
              <a:endParaRPr sz="1200">
                <a:solidFill>
                  <a:schemeClr val="lt1"/>
                </a:solidFill>
                <a:latin typeface="Montserrat Medium"/>
                <a:ea typeface="Montserrat Medium"/>
                <a:cs typeface="Montserrat Medium"/>
                <a:sym typeface="Montserrat Medium"/>
              </a:endParaRPr>
            </a:p>
          </p:txBody>
        </p:sp>
      </p:grpSp>
      <p:grpSp>
        <p:nvGrpSpPr>
          <p:cNvPr id="762" name="Google Shape;762;p58"/>
          <p:cNvGrpSpPr/>
          <p:nvPr/>
        </p:nvGrpSpPr>
        <p:grpSpPr>
          <a:xfrm>
            <a:off x="5448300" y="1751100"/>
            <a:ext cx="1547350" cy="1046075"/>
            <a:chOff x="5448300" y="1751100"/>
            <a:chExt cx="1547350" cy="1046075"/>
          </a:xfrm>
        </p:grpSpPr>
        <p:sp>
          <p:nvSpPr>
            <p:cNvPr id="763" name="Google Shape;763;p58"/>
            <p:cNvSpPr/>
            <p:nvPr/>
          </p:nvSpPr>
          <p:spPr>
            <a:xfrm>
              <a:off x="5448400" y="1751100"/>
              <a:ext cx="714600" cy="416100"/>
            </a:xfrm>
            <a:prstGeom prst="cube">
              <a:avLst>
                <a:gd fmla="val 25000" name="adj"/>
              </a:avLst>
            </a:prstGeom>
            <a:solidFill>
              <a:srgbClr val="6AA84F"/>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LogP</a:t>
              </a:r>
              <a:endParaRPr>
                <a:solidFill>
                  <a:schemeClr val="lt1"/>
                </a:solidFill>
                <a:latin typeface="Maven Pro"/>
                <a:ea typeface="Maven Pro"/>
                <a:cs typeface="Maven Pro"/>
                <a:sym typeface="Maven Pro"/>
              </a:endParaRPr>
            </a:p>
          </p:txBody>
        </p:sp>
        <p:sp>
          <p:nvSpPr>
            <p:cNvPr id="764" name="Google Shape;764;p58"/>
            <p:cNvSpPr/>
            <p:nvPr/>
          </p:nvSpPr>
          <p:spPr>
            <a:xfrm>
              <a:off x="6267875" y="1751100"/>
              <a:ext cx="714600" cy="416100"/>
            </a:xfrm>
            <a:prstGeom prst="cube">
              <a:avLst>
                <a:gd fmla="val 25000" name="adj"/>
              </a:avLst>
            </a:prstGeom>
            <a:solidFill>
              <a:schemeClr val="accent2"/>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MW</a:t>
              </a:r>
              <a:endParaRPr>
                <a:solidFill>
                  <a:schemeClr val="lt1"/>
                </a:solidFill>
                <a:latin typeface="Maven Pro"/>
                <a:ea typeface="Maven Pro"/>
                <a:cs typeface="Maven Pro"/>
                <a:sym typeface="Maven Pro"/>
              </a:endParaRPr>
            </a:p>
          </p:txBody>
        </p:sp>
        <p:sp>
          <p:nvSpPr>
            <p:cNvPr id="765" name="Google Shape;765;p58"/>
            <p:cNvSpPr/>
            <p:nvPr/>
          </p:nvSpPr>
          <p:spPr>
            <a:xfrm rot="5400000">
              <a:off x="6141900" y="1551900"/>
              <a:ext cx="139500" cy="1526700"/>
            </a:xfrm>
            <a:prstGeom prst="rightBrace">
              <a:avLst>
                <a:gd fmla="val 50000" name="adj1"/>
                <a:gd fmla="val 50000"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766" name="Google Shape;766;p58"/>
            <p:cNvSpPr txBox="1"/>
            <p:nvPr/>
          </p:nvSpPr>
          <p:spPr>
            <a:xfrm>
              <a:off x="5453950" y="2243075"/>
              <a:ext cx="1541700" cy="5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ontserrat Medium"/>
                  <a:ea typeface="Montserrat Medium"/>
                  <a:cs typeface="Montserrat Medium"/>
                  <a:sym typeface="Montserrat Medium"/>
                </a:rPr>
                <a:t>Global Properties</a:t>
              </a:r>
              <a:endParaRPr>
                <a:latin typeface="Montserrat Medium"/>
                <a:ea typeface="Montserrat Medium"/>
                <a:cs typeface="Montserrat Medium"/>
                <a:sym typeface="Montserrat Medium"/>
              </a:endParaRPr>
            </a:p>
          </p:txBody>
        </p:sp>
      </p:grpSp>
      <p:sp>
        <p:nvSpPr>
          <p:cNvPr id="767" name="Google Shape;767;p58"/>
          <p:cNvSpPr txBox="1"/>
          <p:nvPr/>
        </p:nvSpPr>
        <p:spPr>
          <a:xfrm>
            <a:off x="-2175512" y="3648025"/>
            <a:ext cx="598200" cy="3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lt1"/>
                </a:solidFill>
                <a:latin typeface="Maven Pro"/>
                <a:ea typeface="Maven Pro"/>
                <a:cs typeface="Maven Pro"/>
                <a:sym typeface="Maven Pro"/>
              </a:rPr>
              <a:t>I</a:t>
            </a:r>
            <a:r>
              <a:rPr baseline="30000" lang="it" sz="1200">
                <a:solidFill>
                  <a:schemeClr val="lt1"/>
                </a:solidFill>
                <a:latin typeface="Maven Pro"/>
                <a:ea typeface="Maven Pro"/>
                <a:cs typeface="Maven Pro"/>
                <a:sym typeface="Maven Pro"/>
              </a:rPr>
              <a:t>-</a:t>
            </a:r>
            <a:endParaRPr baseline="30000" sz="12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baseline="30000" sz="1800">
              <a:solidFill>
                <a:schemeClr val="lt1"/>
              </a:solidFill>
              <a:latin typeface="Maven Pro"/>
              <a:ea typeface="Maven Pro"/>
              <a:cs typeface="Maven Pro"/>
              <a:sym typeface="Maven Pro"/>
            </a:endParaRPr>
          </a:p>
        </p:txBody>
      </p:sp>
      <p:grpSp>
        <p:nvGrpSpPr>
          <p:cNvPr id="768" name="Google Shape;768;p58"/>
          <p:cNvGrpSpPr/>
          <p:nvPr/>
        </p:nvGrpSpPr>
        <p:grpSpPr>
          <a:xfrm>
            <a:off x="732300" y="1672788"/>
            <a:ext cx="1698750" cy="1245913"/>
            <a:chOff x="732300" y="1672788"/>
            <a:chExt cx="1698750" cy="1245913"/>
          </a:xfrm>
        </p:grpSpPr>
        <p:sp>
          <p:nvSpPr>
            <p:cNvPr id="769" name="Google Shape;769;p58"/>
            <p:cNvSpPr/>
            <p:nvPr/>
          </p:nvSpPr>
          <p:spPr>
            <a:xfrm>
              <a:off x="799950" y="1672788"/>
              <a:ext cx="553200" cy="572700"/>
            </a:xfrm>
            <a:prstGeom prst="cube">
              <a:avLst>
                <a:gd fmla="val 25000" name="adj"/>
              </a:avLst>
            </a:prstGeom>
            <a:solidFill>
              <a:schemeClr val="dk2"/>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X1</a:t>
              </a:r>
              <a:endParaRPr>
                <a:solidFill>
                  <a:schemeClr val="lt1"/>
                </a:solidFill>
                <a:latin typeface="Maven Pro"/>
                <a:ea typeface="Maven Pro"/>
                <a:cs typeface="Maven Pro"/>
                <a:sym typeface="Maven Pro"/>
              </a:endParaRPr>
            </a:p>
          </p:txBody>
        </p:sp>
        <p:sp>
          <p:nvSpPr>
            <p:cNvPr id="770" name="Google Shape;770;p58"/>
            <p:cNvSpPr/>
            <p:nvPr/>
          </p:nvSpPr>
          <p:spPr>
            <a:xfrm rot="5400000">
              <a:off x="1462200" y="1605513"/>
              <a:ext cx="180600" cy="1505100"/>
            </a:xfrm>
            <a:prstGeom prst="rightBrace">
              <a:avLst>
                <a:gd fmla="val 50000" name="adj1"/>
                <a:gd fmla="val 50000"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771" name="Google Shape;771;p58"/>
            <p:cNvSpPr txBox="1"/>
            <p:nvPr/>
          </p:nvSpPr>
          <p:spPr>
            <a:xfrm>
              <a:off x="732300" y="2364600"/>
              <a:ext cx="1655400" cy="5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ontserrat Medium"/>
                  <a:ea typeface="Montserrat Medium"/>
                  <a:cs typeface="Montserrat Medium"/>
                  <a:sym typeface="Montserrat Medium"/>
                </a:rPr>
                <a:t>GiNEConv output concatenation</a:t>
              </a:r>
              <a:endParaRPr sz="1200">
                <a:solidFill>
                  <a:schemeClr val="lt1"/>
                </a:solidFill>
                <a:latin typeface="Montserrat Medium"/>
                <a:ea typeface="Montserrat Medium"/>
                <a:cs typeface="Montserrat Medium"/>
                <a:sym typeface="Montserrat Medium"/>
              </a:endParaRPr>
            </a:p>
          </p:txBody>
        </p:sp>
        <p:sp>
          <p:nvSpPr>
            <p:cNvPr id="772" name="Google Shape;772;p58"/>
            <p:cNvSpPr/>
            <p:nvPr/>
          </p:nvSpPr>
          <p:spPr>
            <a:xfrm>
              <a:off x="1877850" y="1672788"/>
              <a:ext cx="553200" cy="572700"/>
            </a:xfrm>
            <a:prstGeom prst="cube">
              <a:avLst>
                <a:gd fmla="val 25000" name="adj"/>
              </a:avLst>
            </a:prstGeom>
            <a:solidFill>
              <a:schemeClr val="dk2"/>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X5</a:t>
              </a:r>
              <a:endParaRPr>
                <a:solidFill>
                  <a:schemeClr val="lt1"/>
                </a:solidFill>
                <a:latin typeface="Maven Pro"/>
                <a:ea typeface="Maven Pro"/>
                <a:cs typeface="Maven Pro"/>
                <a:sym typeface="Maven Pro"/>
              </a:endParaRPr>
            </a:p>
          </p:txBody>
        </p:sp>
        <p:sp>
          <p:nvSpPr>
            <p:cNvPr id="773" name="Google Shape;773;p58"/>
            <p:cNvSpPr/>
            <p:nvPr/>
          </p:nvSpPr>
          <p:spPr>
            <a:xfrm>
              <a:off x="1676099" y="1910848"/>
              <a:ext cx="96300" cy="96600"/>
            </a:xfrm>
            <a:prstGeom prst="ellipse">
              <a:avLst/>
            </a:prstGeom>
            <a:solidFill>
              <a:schemeClr val="lt1"/>
            </a:solidFill>
            <a:ln>
              <a:noFill/>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Clr>
                  <a:srgbClr val="000000"/>
                </a:buClr>
                <a:buSzPts val="998"/>
                <a:buFont typeface="Arial"/>
                <a:buNone/>
              </a:pPr>
              <a:r>
                <a:t/>
              </a:r>
              <a:endParaRPr b="0" i="0" sz="998" u="none" cap="none" strike="noStrike">
                <a:solidFill>
                  <a:srgbClr val="000000"/>
                </a:solidFill>
                <a:latin typeface="Arial"/>
                <a:ea typeface="Arial"/>
                <a:cs typeface="Arial"/>
                <a:sym typeface="Arial"/>
              </a:endParaRPr>
            </a:p>
          </p:txBody>
        </p:sp>
        <p:sp>
          <p:nvSpPr>
            <p:cNvPr id="774" name="Google Shape;774;p58"/>
            <p:cNvSpPr/>
            <p:nvPr/>
          </p:nvSpPr>
          <p:spPr>
            <a:xfrm>
              <a:off x="1489349" y="1910861"/>
              <a:ext cx="96300" cy="96600"/>
            </a:xfrm>
            <a:prstGeom prst="ellipse">
              <a:avLst/>
            </a:prstGeom>
            <a:solidFill>
              <a:schemeClr val="lt1"/>
            </a:solidFill>
            <a:ln>
              <a:noFill/>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Clr>
                  <a:srgbClr val="000000"/>
                </a:buClr>
                <a:buSzPts val="998"/>
                <a:buFont typeface="Arial"/>
                <a:buNone/>
              </a:pPr>
              <a:r>
                <a:t/>
              </a:r>
              <a:endParaRPr b="0" i="0" sz="998" u="none" cap="none" strike="noStrike">
                <a:solidFill>
                  <a:srgbClr val="000000"/>
                </a:solidFill>
                <a:latin typeface="Arial"/>
                <a:ea typeface="Arial"/>
                <a:cs typeface="Arial"/>
                <a:sym typeface="Arial"/>
              </a:endParaRPr>
            </a:p>
          </p:txBody>
        </p:sp>
      </p:grpSp>
      <p:sp>
        <p:nvSpPr>
          <p:cNvPr id="775" name="Google Shape;775;p58"/>
          <p:cNvSpPr txBox="1"/>
          <p:nvPr/>
        </p:nvSpPr>
        <p:spPr>
          <a:xfrm>
            <a:off x="3211650" y="1138250"/>
            <a:ext cx="15417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chemeClr val="lt1"/>
                </a:solidFill>
                <a:latin typeface="Maven Pro"/>
                <a:ea typeface="Maven Pro"/>
                <a:cs typeface="Maven Pro"/>
                <a:sym typeface="Maven Pro"/>
              </a:rPr>
              <a:t>STATE SPACE</a:t>
            </a:r>
            <a:endParaRPr b="1" sz="1500">
              <a:solidFill>
                <a:schemeClr val="lt1"/>
              </a:solidFill>
              <a:latin typeface="Maven Pro"/>
              <a:ea typeface="Maven Pro"/>
              <a:cs typeface="Maven Pro"/>
              <a:sym typeface="Maven Pro"/>
            </a:endParaRPr>
          </a:p>
        </p:txBody>
      </p:sp>
      <p:sp>
        <p:nvSpPr>
          <p:cNvPr id="776" name="Google Shape;776;p58"/>
          <p:cNvSpPr txBox="1"/>
          <p:nvPr>
            <p:ph type="title"/>
          </p:nvPr>
        </p:nvSpPr>
        <p:spPr>
          <a:xfrm>
            <a:off x="1297500" y="393750"/>
            <a:ext cx="3787500" cy="73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MEG</a:t>
            </a:r>
            <a:r>
              <a:rPr lang="it">
                <a:latin typeface="Montserrat"/>
                <a:ea typeface="Montserrat"/>
                <a:cs typeface="Montserrat"/>
                <a:sym typeface="Montserrat"/>
              </a:rPr>
              <a:t> - Environment</a:t>
            </a:r>
            <a:endParaRPr>
              <a:latin typeface="Montserrat"/>
              <a:ea typeface="Montserrat"/>
              <a:cs typeface="Montserrat"/>
              <a:sym typeface="Montserrat"/>
            </a:endParaRPr>
          </a:p>
        </p:txBody>
      </p:sp>
      <p:grpSp>
        <p:nvGrpSpPr>
          <p:cNvPr id="777" name="Google Shape;777;p58"/>
          <p:cNvGrpSpPr/>
          <p:nvPr/>
        </p:nvGrpSpPr>
        <p:grpSpPr>
          <a:xfrm>
            <a:off x="516539" y="3501896"/>
            <a:ext cx="1603074" cy="1323400"/>
            <a:chOff x="516539" y="3501896"/>
            <a:chExt cx="1603074" cy="1323400"/>
          </a:xfrm>
        </p:grpSpPr>
        <p:sp>
          <p:nvSpPr>
            <p:cNvPr id="778" name="Google Shape;778;p58"/>
            <p:cNvSpPr txBox="1"/>
            <p:nvPr/>
          </p:nvSpPr>
          <p:spPr>
            <a:xfrm>
              <a:off x="791125" y="4523196"/>
              <a:ext cx="1023900" cy="3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lt1"/>
                  </a:solidFill>
                  <a:latin typeface="Montserrat Medium"/>
                  <a:ea typeface="Montserrat Medium"/>
                  <a:cs typeface="Montserrat Medium"/>
                  <a:sym typeface="Montserrat Medium"/>
                </a:rPr>
                <a:t>ADD-atom</a:t>
              </a:r>
              <a:endParaRPr sz="1200">
                <a:solidFill>
                  <a:schemeClr val="lt1"/>
                </a:solidFill>
                <a:latin typeface="Montserrat Medium"/>
                <a:ea typeface="Montserrat Medium"/>
                <a:cs typeface="Montserrat Medium"/>
                <a:sym typeface="Montserrat Medium"/>
              </a:endParaRPr>
            </a:p>
          </p:txBody>
        </p:sp>
        <p:pic>
          <p:nvPicPr>
            <p:cNvPr id="779" name="Google Shape;779;p58"/>
            <p:cNvPicPr preferRelativeResize="0"/>
            <p:nvPr/>
          </p:nvPicPr>
          <p:blipFill>
            <a:blip r:embed="rId5">
              <a:alphaModFix/>
            </a:blip>
            <a:stretch>
              <a:fillRect/>
            </a:stretch>
          </p:blipFill>
          <p:spPr>
            <a:xfrm>
              <a:off x="1031593" y="3513996"/>
              <a:ext cx="248799" cy="248800"/>
            </a:xfrm>
            <a:prstGeom prst="rect">
              <a:avLst/>
            </a:prstGeom>
            <a:noFill/>
            <a:ln>
              <a:noFill/>
            </a:ln>
          </p:spPr>
        </p:pic>
        <p:pic>
          <p:nvPicPr>
            <p:cNvPr id="780" name="Google Shape;780;p58"/>
            <p:cNvPicPr preferRelativeResize="0"/>
            <p:nvPr/>
          </p:nvPicPr>
          <p:blipFill>
            <a:blip r:embed="rId3">
              <a:alphaModFix/>
            </a:blip>
            <a:stretch>
              <a:fillRect/>
            </a:stretch>
          </p:blipFill>
          <p:spPr>
            <a:xfrm>
              <a:off x="986324" y="3874402"/>
              <a:ext cx="339317" cy="339317"/>
            </a:xfrm>
            <a:prstGeom prst="rect">
              <a:avLst/>
            </a:prstGeom>
            <a:noFill/>
            <a:ln>
              <a:noFill/>
            </a:ln>
          </p:spPr>
        </p:pic>
        <p:pic>
          <p:nvPicPr>
            <p:cNvPr id="781" name="Google Shape;781;p58"/>
            <p:cNvPicPr preferRelativeResize="0"/>
            <p:nvPr/>
          </p:nvPicPr>
          <p:blipFill>
            <a:blip r:embed="rId6">
              <a:alphaModFix/>
            </a:blip>
            <a:stretch>
              <a:fillRect/>
            </a:stretch>
          </p:blipFill>
          <p:spPr>
            <a:xfrm>
              <a:off x="1668496" y="3804996"/>
              <a:ext cx="451117" cy="451117"/>
            </a:xfrm>
            <a:prstGeom prst="rect">
              <a:avLst/>
            </a:prstGeom>
            <a:noFill/>
            <a:ln>
              <a:noFill/>
            </a:ln>
          </p:spPr>
        </p:pic>
        <p:cxnSp>
          <p:nvCxnSpPr>
            <p:cNvPr id="782" name="Google Shape;782;p58"/>
            <p:cNvCxnSpPr>
              <a:stCxn id="780" idx="1"/>
              <a:endCxn id="783" idx="3"/>
            </p:cNvCxnSpPr>
            <p:nvPr/>
          </p:nvCxnSpPr>
          <p:spPr>
            <a:xfrm rot="10800000">
              <a:off x="762824" y="4030561"/>
              <a:ext cx="223500" cy="13500"/>
            </a:xfrm>
            <a:prstGeom prst="straightConnector1">
              <a:avLst/>
            </a:prstGeom>
            <a:noFill/>
            <a:ln cap="flat" cmpd="sng" w="19050">
              <a:solidFill>
                <a:schemeClr val="lt1"/>
              </a:solidFill>
              <a:prstDash val="solid"/>
              <a:round/>
              <a:headEnd len="med" w="med" type="none"/>
              <a:tailEnd len="med" w="med" type="none"/>
            </a:ln>
          </p:spPr>
        </p:cxnSp>
        <p:pic>
          <p:nvPicPr>
            <p:cNvPr id="783" name="Google Shape;783;p58"/>
            <p:cNvPicPr preferRelativeResize="0"/>
            <p:nvPr/>
          </p:nvPicPr>
          <p:blipFill>
            <a:blip r:embed="rId5">
              <a:alphaModFix/>
            </a:blip>
            <a:stretch>
              <a:fillRect/>
            </a:stretch>
          </p:blipFill>
          <p:spPr>
            <a:xfrm>
              <a:off x="516539" y="3907388"/>
              <a:ext cx="246353" cy="246353"/>
            </a:xfrm>
            <a:prstGeom prst="rect">
              <a:avLst/>
            </a:prstGeom>
            <a:noFill/>
            <a:ln>
              <a:noFill/>
            </a:ln>
          </p:spPr>
        </p:pic>
        <p:cxnSp>
          <p:nvCxnSpPr>
            <p:cNvPr id="784" name="Google Shape;784;p58"/>
            <p:cNvCxnSpPr>
              <a:endCxn id="781" idx="1"/>
            </p:cNvCxnSpPr>
            <p:nvPr/>
          </p:nvCxnSpPr>
          <p:spPr>
            <a:xfrm flipH="1" rot="10800000">
              <a:off x="1303996" y="4030554"/>
              <a:ext cx="364500" cy="1200"/>
            </a:xfrm>
            <a:prstGeom prst="straightConnector1">
              <a:avLst/>
            </a:prstGeom>
            <a:noFill/>
            <a:ln cap="flat" cmpd="sng" w="19050">
              <a:solidFill>
                <a:srgbClr val="F1C232"/>
              </a:solidFill>
              <a:prstDash val="solid"/>
              <a:round/>
              <a:headEnd len="med" w="med" type="none"/>
              <a:tailEnd len="med" w="med" type="none"/>
            </a:ln>
          </p:spPr>
        </p:cxnSp>
        <p:sp>
          <p:nvSpPr>
            <p:cNvPr id="785" name="Google Shape;785;p58"/>
            <p:cNvSpPr txBox="1"/>
            <p:nvPr/>
          </p:nvSpPr>
          <p:spPr>
            <a:xfrm>
              <a:off x="1481022" y="4084996"/>
              <a:ext cx="302100" cy="225900"/>
            </a:xfrm>
            <a:prstGeom prst="rect">
              <a:avLst/>
            </a:prstGeom>
            <a:noFill/>
            <a:ln>
              <a:noFill/>
            </a:ln>
          </p:spPr>
          <p:txBody>
            <a:bodyPr anchorCtr="0" anchor="t" bIns="74550" lIns="74550" spcFirstLastPara="1" rIns="74550" wrap="square" tIns="74550">
              <a:noAutofit/>
            </a:bodyPr>
            <a:lstStyle/>
            <a:p>
              <a:pPr indent="0" lvl="0" marL="0" rtl="0" algn="l">
                <a:spcBef>
                  <a:spcPts val="0"/>
                </a:spcBef>
                <a:spcAft>
                  <a:spcPts val="0"/>
                </a:spcAft>
                <a:buNone/>
              </a:pPr>
              <a:r>
                <a:rPr lang="it" sz="978">
                  <a:solidFill>
                    <a:schemeClr val="lt1"/>
                  </a:solidFill>
                  <a:latin typeface="Maven Pro"/>
                  <a:ea typeface="Maven Pro"/>
                  <a:cs typeface="Maven Pro"/>
                  <a:sym typeface="Maven Pro"/>
                </a:rPr>
                <a:t>Cl</a:t>
              </a:r>
              <a:r>
                <a:rPr baseline="30000" lang="it" sz="978">
                  <a:solidFill>
                    <a:schemeClr val="lt1"/>
                  </a:solidFill>
                  <a:latin typeface="Maven Pro"/>
                  <a:ea typeface="Maven Pro"/>
                  <a:cs typeface="Maven Pro"/>
                  <a:sym typeface="Maven Pro"/>
                </a:rPr>
                <a:t>-</a:t>
              </a:r>
              <a:endParaRPr baseline="30000" sz="978">
                <a:solidFill>
                  <a:schemeClr val="lt1"/>
                </a:solidFill>
                <a:latin typeface="Maven Pro"/>
                <a:ea typeface="Maven Pro"/>
                <a:cs typeface="Maven Pro"/>
                <a:sym typeface="Maven Pro"/>
              </a:endParaRPr>
            </a:p>
          </p:txBody>
        </p:sp>
        <p:pic>
          <p:nvPicPr>
            <p:cNvPr id="786" name="Google Shape;786;p58"/>
            <p:cNvPicPr preferRelativeResize="0"/>
            <p:nvPr/>
          </p:nvPicPr>
          <p:blipFill>
            <a:blip r:embed="rId5">
              <a:alphaModFix/>
            </a:blip>
            <a:stretch>
              <a:fillRect/>
            </a:stretch>
          </p:blipFill>
          <p:spPr>
            <a:xfrm>
              <a:off x="1031593" y="4330759"/>
              <a:ext cx="248799" cy="248800"/>
            </a:xfrm>
            <a:prstGeom prst="rect">
              <a:avLst/>
            </a:prstGeom>
            <a:noFill/>
            <a:ln>
              <a:noFill/>
            </a:ln>
          </p:spPr>
        </p:pic>
        <p:cxnSp>
          <p:nvCxnSpPr>
            <p:cNvPr id="787" name="Google Shape;787;p58"/>
            <p:cNvCxnSpPr>
              <a:stCxn id="780" idx="2"/>
              <a:endCxn id="786" idx="0"/>
            </p:cNvCxnSpPr>
            <p:nvPr/>
          </p:nvCxnSpPr>
          <p:spPr>
            <a:xfrm>
              <a:off x="1155982" y="4213719"/>
              <a:ext cx="0" cy="117000"/>
            </a:xfrm>
            <a:prstGeom prst="straightConnector1">
              <a:avLst/>
            </a:prstGeom>
            <a:noFill/>
            <a:ln cap="flat" cmpd="sng" w="19050">
              <a:solidFill>
                <a:schemeClr val="lt1"/>
              </a:solidFill>
              <a:prstDash val="solid"/>
              <a:round/>
              <a:headEnd len="med" w="med" type="none"/>
              <a:tailEnd len="med" w="med" type="none"/>
            </a:ln>
          </p:spPr>
        </p:cxnSp>
        <p:sp>
          <p:nvSpPr>
            <p:cNvPr id="788" name="Google Shape;788;p58"/>
            <p:cNvSpPr txBox="1"/>
            <p:nvPr/>
          </p:nvSpPr>
          <p:spPr>
            <a:xfrm>
              <a:off x="828200" y="3501896"/>
              <a:ext cx="203400" cy="225900"/>
            </a:xfrm>
            <a:prstGeom prst="rect">
              <a:avLst/>
            </a:prstGeom>
            <a:noFill/>
            <a:ln>
              <a:noFill/>
            </a:ln>
          </p:spPr>
          <p:txBody>
            <a:bodyPr anchorCtr="0" anchor="t" bIns="74550" lIns="74550" spcFirstLastPara="1" rIns="74550" wrap="square" tIns="74550">
              <a:noAutofit/>
            </a:bodyPr>
            <a:lstStyle/>
            <a:p>
              <a:pPr indent="0" lvl="0" marL="0" rtl="0" algn="l">
                <a:spcBef>
                  <a:spcPts val="0"/>
                </a:spcBef>
                <a:spcAft>
                  <a:spcPts val="0"/>
                </a:spcAft>
                <a:buNone/>
              </a:pPr>
              <a:r>
                <a:rPr lang="it" sz="978">
                  <a:solidFill>
                    <a:schemeClr val="lt1"/>
                  </a:solidFill>
                  <a:latin typeface="Maven Pro"/>
                  <a:ea typeface="Maven Pro"/>
                  <a:cs typeface="Maven Pro"/>
                  <a:sym typeface="Maven Pro"/>
                </a:rPr>
                <a:t>H</a:t>
              </a:r>
              <a:endParaRPr sz="978">
                <a:solidFill>
                  <a:schemeClr val="lt1"/>
                </a:solidFill>
                <a:latin typeface="Maven Pro"/>
                <a:ea typeface="Maven Pro"/>
                <a:cs typeface="Maven Pro"/>
                <a:sym typeface="Maven Pro"/>
              </a:endParaRPr>
            </a:p>
            <a:p>
              <a:pPr indent="0" lvl="0" marL="0" rtl="0" algn="l">
                <a:spcBef>
                  <a:spcPts val="0"/>
                </a:spcBef>
                <a:spcAft>
                  <a:spcPts val="0"/>
                </a:spcAft>
                <a:buClr>
                  <a:schemeClr val="dk1"/>
                </a:buClr>
                <a:buSzPts val="897"/>
                <a:buFont typeface="Arial"/>
                <a:buNone/>
              </a:pPr>
              <a:r>
                <a:t/>
              </a:r>
              <a:endParaRPr sz="978">
                <a:solidFill>
                  <a:schemeClr val="lt1"/>
                </a:solidFill>
                <a:latin typeface="Maven Pro"/>
                <a:ea typeface="Maven Pro"/>
                <a:cs typeface="Maven Pro"/>
                <a:sym typeface="Maven Pro"/>
              </a:endParaRPr>
            </a:p>
          </p:txBody>
        </p:sp>
        <p:cxnSp>
          <p:nvCxnSpPr>
            <p:cNvPr id="789" name="Google Shape;789;p58"/>
            <p:cNvCxnSpPr>
              <a:stCxn id="779" idx="2"/>
              <a:endCxn id="780" idx="0"/>
            </p:cNvCxnSpPr>
            <p:nvPr/>
          </p:nvCxnSpPr>
          <p:spPr>
            <a:xfrm>
              <a:off x="1155993" y="3762795"/>
              <a:ext cx="0" cy="111600"/>
            </a:xfrm>
            <a:prstGeom prst="straightConnector1">
              <a:avLst/>
            </a:prstGeom>
            <a:noFill/>
            <a:ln cap="flat" cmpd="sng" w="19050">
              <a:solidFill>
                <a:schemeClr val="lt1"/>
              </a:solidFill>
              <a:prstDash val="solid"/>
              <a:round/>
              <a:headEnd len="med" w="med" type="none"/>
              <a:tailEnd len="med" w="med" type="none"/>
            </a:ln>
          </p:spPr>
        </p:cxnSp>
        <p:sp>
          <p:nvSpPr>
            <p:cNvPr id="790" name="Google Shape;790;p58"/>
            <p:cNvSpPr txBox="1"/>
            <p:nvPr/>
          </p:nvSpPr>
          <p:spPr>
            <a:xfrm>
              <a:off x="516550" y="3681496"/>
              <a:ext cx="203400" cy="225900"/>
            </a:xfrm>
            <a:prstGeom prst="rect">
              <a:avLst/>
            </a:prstGeom>
            <a:noFill/>
            <a:ln>
              <a:noFill/>
            </a:ln>
          </p:spPr>
          <p:txBody>
            <a:bodyPr anchorCtr="0" anchor="t" bIns="74550" lIns="74550" spcFirstLastPara="1" rIns="74550" wrap="square" tIns="74550">
              <a:noAutofit/>
            </a:bodyPr>
            <a:lstStyle/>
            <a:p>
              <a:pPr indent="0" lvl="0" marL="0" rtl="0" algn="l">
                <a:spcBef>
                  <a:spcPts val="0"/>
                </a:spcBef>
                <a:spcAft>
                  <a:spcPts val="0"/>
                </a:spcAft>
                <a:buNone/>
              </a:pPr>
              <a:r>
                <a:rPr lang="it" sz="978">
                  <a:solidFill>
                    <a:schemeClr val="lt1"/>
                  </a:solidFill>
                  <a:latin typeface="Maven Pro"/>
                  <a:ea typeface="Maven Pro"/>
                  <a:cs typeface="Maven Pro"/>
                  <a:sym typeface="Maven Pro"/>
                </a:rPr>
                <a:t>H</a:t>
              </a:r>
              <a:endParaRPr sz="978">
                <a:solidFill>
                  <a:schemeClr val="lt1"/>
                </a:solidFill>
                <a:latin typeface="Maven Pro"/>
                <a:ea typeface="Maven Pro"/>
                <a:cs typeface="Maven Pro"/>
                <a:sym typeface="Maven Pro"/>
              </a:endParaRPr>
            </a:p>
            <a:p>
              <a:pPr indent="0" lvl="0" marL="0" rtl="0" algn="l">
                <a:spcBef>
                  <a:spcPts val="0"/>
                </a:spcBef>
                <a:spcAft>
                  <a:spcPts val="0"/>
                </a:spcAft>
                <a:buClr>
                  <a:schemeClr val="dk1"/>
                </a:buClr>
                <a:buSzPts val="897"/>
                <a:buFont typeface="Arial"/>
                <a:buNone/>
              </a:pPr>
              <a:r>
                <a:t/>
              </a:r>
              <a:endParaRPr sz="978">
                <a:solidFill>
                  <a:schemeClr val="lt1"/>
                </a:solidFill>
                <a:latin typeface="Maven Pro"/>
                <a:ea typeface="Maven Pro"/>
                <a:cs typeface="Maven Pro"/>
                <a:sym typeface="Maven Pro"/>
              </a:endParaRPr>
            </a:p>
          </p:txBody>
        </p:sp>
        <p:sp>
          <p:nvSpPr>
            <p:cNvPr id="791" name="Google Shape;791;p58"/>
            <p:cNvSpPr txBox="1"/>
            <p:nvPr/>
          </p:nvSpPr>
          <p:spPr>
            <a:xfrm>
              <a:off x="870350" y="4303036"/>
              <a:ext cx="203400" cy="225900"/>
            </a:xfrm>
            <a:prstGeom prst="rect">
              <a:avLst/>
            </a:prstGeom>
            <a:noFill/>
            <a:ln>
              <a:noFill/>
            </a:ln>
          </p:spPr>
          <p:txBody>
            <a:bodyPr anchorCtr="0" anchor="t" bIns="74550" lIns="74550" spcFirstLastPara="1" rIns="74550" wrap="square" tIns="74550">
              <a:noAutofit/>
            </a:bodyPr>
            <a:lstStyle/>
            <a:p>
              <a:pPr indent="0" lvl="0" marL="0" rtl="0" algn="l">
                <a:spcBef>
                  <a:spcPts val="0"/>
                </a:spcBef>
                <a:spcAft>
                  <a:spcPts val="0"/>
                </a:spcAft>
                <a:buNone/>
              </a:pPr>
              <a:r>
                <a:rPr lang="it" sz="978">
                  <a:solidFill>
                    <a:schemeClr val="lt1"/>
                  </a:solidFill>
                  <a:latin typeface="Maven Pro"/>
                  <a:ea typeface="Maven Pro"/>
                  <a:cs typeface="Maven Pro"/>
                  <a:sym typeface="Maven Pro"/>
                </a:rPr>
                <a:t>H</a:t>
              </a:r>
              <a:endParaRPr sz="978">
                <a:solidFill>
                  <a:schemeClr val="lt1"/>
                </a:solidFill>
                <a:latin typeface="Maven Pro"/>
                <a:ea typeface="Maven Pro"/>
                <a:cs typeface="Maven Pro"/>
                <a:sym typeface="Maven Pro"/>
              </a:endParaRPr>
            </a:p>
            <a:p>
              <a:pPr indent="0" lvl="0" marL="0" rtl="0" algn="l">
                <a:spcBef>
                  <a:spcPts val="0"/>
                </a:spcBef>
                <a:spcAft>
                  <a:spcPts val="0"/>
                </a:spcAft>
                <a:buClr>
                  <a:schemeClr val="dk1"/>
                </a:buClr>
                <a:buSzPts val="897"/>
                <a:buFont typeface="Arial"/>
                <a:buNone/>
              </a:pPr>
              <a:r>
                <a:t/>
              </a:r>
              <a:endParaRPr sz="978">
                <a:solidFill>
                  <a:schemeClr val="lt1"/>
                </a:solidFill>
                <a:latin typeface="Maven Pro"/>
                <a:ea typeface="Maven Pro"/>
                <a:cs typeface="Maven Pro"/>
                <a:sym typeface="Maven Pro"/>
              </a:endParaRPr>
            </a:p>
          </p:txBody>
        </p:sp>
        <p:sp>
          <p:nvSpPr>
            <p:cNvPr id="792" name="Google Shape;792;p58"/>
            <p:cNvSpPr txBox="1"/>
            <p:nvPr/>
          </p:nvSpPr>
          <p:spPr>
            <a:xfrm>
              <a:off x="1229555" y="3838356"/>
              <a:ext cx="302100" cy="212400"/>
            </a:xfrm>
            <a:prstGeom prst="rect">
              <a:avLst/>
            </a:prstGeom>
            <a:noFill/>
            <a:ln>
              <a:noFill/>
            </a:ln>
          </p:spPr>
          <p:txBody>
            <a:bodyPr anchorCtr="0" anchor="ctr" bIns="74550" lIns="74550" spcFirstLastPara="1" rIns="74550" wrap="square" tIns="74550">
              <a:noAutofit/>
            </a:bodyPr>
            <a:lstStyle/>
            <a:p>
              <a:pPr indent="0" lvl="0" marL="0" rtl="0" algn="ctr">
                <a:spcBef>
                  <a:spcPts val="0"/>
                </a:spcBef>
                <a:spcAft>
                  <a:spcPts val="0"/>
                </a:spcAft>
                <a:buNone/>
              </a:pPr>
              <a:r>
                <a:rPr lang="it" sz="978">
                  <a:solidFill>
                    <a:schemeClr val="lt1"/>
                  </a:solidFill>
                  <a:latin typeface="Maven Pro"/>
                  <a:ea typeface="Maven Pro"/>
                  <a:cs typeface="Maven Pro"/>
                  <a:sym typeface="Maven Pro"/>
                </a:rPr>
                <a:t>C</a:t>
              </a:r>
              <a:endParaRPr sz="978">
                <a:solidFill>
                  <a:schemeClr val="lt1"/>
                </a:solidFill>
                <a:latin typeface="Maven Pro"/>
                <a:ea typeface="Maven Pro"/>
                <a:cs typeface="Maven Pro"/>
                <a:sym typeface="Maven Pro"/>
              </a:endParaRPr>
            </a:p>
          </p:txBody>
        </p:sp>
      </p:grpSp>
      <p:grpSp>
        <p:nvGrpSpPr>
          <p:cNvPr id="793" name="Google Shape;793;p58"/>
          <p:cNvGrpSpPr/>
          <p:nvPr/>
        </p:nvGrpSpPr>
        <p:grpSpPr>
          <a:xfrm>
            <a:off x="2326150" y="3514002"/>
            <a:ext cx="1373448" cy="1313544"/>
            <a:chOff x="2326150" y="3514002"/>
            <a:chExt cx="1373448" cy="1313544"/>
          </a:xfrm>
        </p:grpSpPr>
        <p:sp>
          <p:nvSpPr>
            <p:cNvPr id="794" name="Google Shape;794;p58"/>
            <p:cNvSpPr txBox="1"/>
            <p:nvPr/>
          </p:nvSpPr>
          <p:spPr>
            <a:xfrm>
              <a:off x="2510950" y="4522446"/>
              <a:ext cx="936000" cy="3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lt1"/>
                  </a:solidFill>
                  <a:latin typeface="Maven Pro"/>
                  <a:ea typeface="Maven Pro"/>
                  <a:cs typeface="Maven Pro"/>
                  <a:sym typeface="Maven Pro"/>
                </a:rPr>
                <a:t>SUB-atom</a:t>
              </a:r>
              <a:endParaRPr sz="1200">
                <a:solidFill>
                  <a:schemeClr val="lt1"/>
                </a:solidFill>
                <a:latin typeface="Maven Pro"/>
                <a:ea typeface="Maven Pro"/>
                <a:cs typeface="Maven Pro"/>
                <a:sym typeface="Maven Pro"/>
              </a:endParaRPr>
            </a:p>
          </p:txBody>
        </p:sp>
        <p:pic>
          <p:nvPicPr>
            <p:cNvPr id="795" name="Google Shape;795;p58"/>
            <p:cNvPicPr preferRelativeResize="0"/>
            <p:nvPr/>
          </p:nvPicPr>
          <p:blipFill>
            <a:blip r:embed="rId5">
              <a:alphaModFix/>
            </a:blip>
            <a:stretch>
              <a:fillRect/>
            </a:stretch>
          </p:blipFill>
          <p:spPr>
            <a:xfrm>
              <a:off x="2654611" y="3817954"/>
              <a:ext cx="186521" cy="186521"/>
            </a:xfrm>
            <a:prstGeom prst="rect">
              <a:avLst/>
            </a:prstGeom>
            <a:noFill/>
            <a:ln>
              <a:noFill/>
            </a:ln>
          </p:spPr>
        </p:pic>
        <p:pic>
          <p:nvPicPr>
            <p:cNvPr id="796" name="Google Shape;796;p58"/>
            <p:cNvPicPr preferRelativeResize="0"/>
            <p:nvPr/>
          </p:nvPicPr>
          <p:blipFill>
            <a:blip r:embed="rId5">
              <a:alphaModFix/>
            </a:blip>
            <a:stretch>
              <a:fillRect/>
            </a:stretch>
          </p:blipFill>
          <p:spPr>
            <a:xfrm>
              <a:off x="2345875" y="4045674"/>
              <a:ext cx="186521" cy="186521"/>
            </a:xfrm>
            <a:prstGeom prst="rect">
              <a:avLst/>
            </a:prstGeom>
            <a:noFill/>
            <a:ln>
              <a:noFill/>
            </a:ln>
          </p:spPr>
        </p:pic>
        <p:pic>
          <p:nvPicPr>
            <p:cNvPr id="797" name="Google Shape;797;p58"/>
            <p:cNvPicPr preferRelativeResize="0"/>
            <p:nvPr/>
          </p:nvPicPr>
          <p:blipFill>
            <a:blip r:embed="rId5">
              <a:alphaModFix/>
            </a:blip>
            <a:stretch>
              <a:fillRect/>
            </a:stretch>
          </p:blipFill>
          <p:spPr>
            <a:xfrm>
              <a:off x="2642713" y="4352716"/>
              <a:ext cx="186521" cy="186521"/>
            </a:xfrm>
            <a:prstGeom prst="rect">
              <a:avLst/>
            </a:prstGeom>
            <a:noFill/>
            <a:ln>
              <a:noFill/>
            </a:ln>
          </p:spPr>
        </p:pic>
        <p:pic>
          <p:nvPicPr>
            <p:cNvPr id="798" name="Google Shape;798;p58"/>
            <p:cNvPicPr preferRelativeResize="0"/>
            <p:nvPr/>
          </p:nvPicPr>
          <p:blipFill>
            <a:blip r:embed="rId3">
              <a:alphaModFix/>
            </a:blip>
            <a:stretch>
              <a:fillRect/>
            </a:stretch>
          </p:blipFill>
          <p:spPr>
            <a:xfrm>
              <a:off x="2642818" y="4040248"/>
              <a:ext cx="186521" cy="186521"/>
            </a:xfrm>
            <a:prstGeom prst="rect">
              <a:avLst/>
            </a:prstGeom>
            <a:noFill/>
            <a:ln>
              <a:noFill/>
            </a:ln>
          </p:spPr>
        </p:pic>
        <p:cxnSp>
          <p:nvCxnSpPr>
            <p:cNvPr id="799" name="Google Shape;799;p58"/>
            <p:cNvCxnSpPr>
              <a:stCxn id="798" idx="1"/>
              <a:endCxn id="798" idx="1"/>
            </p:cNvCxnSpPr>
            <p:nvPr/>
          </p:nvCxnSpPr>
          <p:spPr>
            <a:xfrm>
              <a:off x="2642818" y="4133509"/>
              <a:ext cx="0" cy="0"/>
            </a:xfrm>
            <a:prstGeom prst="straightConnector1">
              <a:avLst/>
            </a:prstGeom>
            <a:noFill/>
            <a:ln cap="flat" cmpd="sng" w="5825">
              <a:solidFill>
                <a:schemeClr val="dk2"/>
              </a:solidFill>
              <a:prstDash val="solid"/>
              <a:round/>
              <a:headEnd len="med" w="med" type="none"/>
              <a:tailEnd len="med" w="med" type="none"/>
            </a:ln>
          </p:spPr>
        </p:cxnSp>
        <p:cxnSp>
          <p:nvCxnSpPr>
            <p:cNvPr id="800" name="Google Shape;800;p58"/>
            <p:cNvCxnSpPr>
              <a:stCxn id="798" idx="1"/>
              <a:endCxn id="796" idx="3"/>
            </p:cNvCxnSpPr>
            <p:nvPr/>
          </p:nvCxnSpPr>
          <p:spPr>
            <a:xfrm flipH="1">
              <a:off x="2532418" y="4133509"/>
              <a:ext cx="110400" cy="5400"/>
            </a:xfrm>
            <a:prstGeom prst="straightConnector1">
              <a:avLst/>
            </a:prstGeom>
            <a:noFill/>
            <a:ln cap="flat" cmpd="sng" w="19050">
              <a:solidFill>
                <a:schemeClr val="lt1"/>
              </a:solidFill>
              <a:prstDash val="solid"/>
              <a:round/>
              <a:headEnd len="med" w="med" type="none"/>
              <a:tailEnd len="med" w="med" type="none"/>
            </a:ln>
          </p:spPr>
        </p:cxnSp>
        <p:cxnSp>
          <p:nvCxnSpPr>
            <p:cNvPr id="801" name="Google Shape;801;p58"/>
            <p:cNvCxnSpPr>
              <a:endCxn id="798" idx="2"/>
            </p:cNvCxnSpPr>
            <p:nvPr/>
          </p:nvCxnSpPr>
          <p:spPr>
            <a:xfrm>
              <a:off x="2735779" y="4226469"/>
              <a:ext cx="300" cy="300"/>
            </a:xfrm>
            <a:prstGeom prst="straightConnector1">
              <a:avLst/>
            </a:prstGeom>
            <a:noFill/>
            <a:ln cap="flat" cmpd="sng" w="5825">
              <a:solidFill>
                <a:schemeClr val="dk2"/>
              </a:solidFill>
              <a:prstDash val="solid"/>
              <a:round/>
              <a:headEnd len="med" w="med" type="none"/>
              <a:tailEnd len="med" w="med" type="none"/>
            </a:ln>
          </p:spPr>
        </p:cxnSp>
        <p:cxnSp>
          <p:nvCxnSpPr>
            <p:cNvPr id="802" name="Google Shape;802;p58"/>
            <p:cNvCxnSpPr>
              <a:stCxn id="798" idx="0"/>
              <a:endCxn id="795" idx="2"/>
            </p:cNvCxnSpPr>
            <p:nvPr/>
          </p:nvCxnSpPr>
          <p:spPr>
            <a:xfrm flipH="1" rot="10800000">
              <a:off x="2736079" y="4004548"/>
              <a:ext cx="11700" cy="35700"/>
            </a:xfrm>
            <a:prstGeom prst="straightConnector1">
              <a:avLst/>
            </a:prstGeom>
            <a:noFill/>
            <a:ln cap="flat" cmpd="sng" w="19050">
              <a:solidFill>
                <a:schemeClr val="lt1"/>
              </a:solidFill>
              <a:prstDash val="solid"/>
              <a:round/>
              <a:headEnd len="med" w="med" type="none"/>
              <a:tailEnd len="med" w="med" type="none"/>
            </a:ln>
          </p:spPr>
        </p:cxnSp>
        <p:cxnSp>
          <p:nvCxnSpPr>
            <p:cNvPr id="803" name="Google Shape;803;p58"/>
            <p:cNvCxnSpPr>
              <a:stCxn id="798" idx="2"/>
              <a:endCxn id="798" idx="2"/>
            </p:cNvCxnSpPr>
            <p:nvPr/>
          </p:nvCxnSpPr>
          <p:spPr>
            <a:xfrm>
              <a:off x="2736079" y="4226769"/>
              <a:ext cx="0" cy="0"/>
            </a:xfrm>
            <a:prstGeom prst="straightConnector1">
              <a:avLst/>
            </a:prstGeom>
            <a:noFill/>
            <a:ln cap="flat" cmpd="sng" w="5825">
              <a:solidFill>
                <a:schemeClr val="dk2"/>
              </a:solidFill>
              <a:prstDash val="solid"/>
              <a:round/>
              <a:headEnd len="med" w="med" type="none"/>
              <a:tailEnd len="med" w="med" type="none"/>
            </a:ln>
          </p:spPr>
        </p:cxnSp>
        <p:cxnSp>
          <p:nvCxnSpPr>
            <p:cNvPr id="804" name="Google Shape;804;p58"/>
            <p:cNvCxnSpPr>
              <a:stCxn id="798" idx="2"/>
              <a:endCxn id="797" idx="0"/>
            </p:cNvCxnSpPr>
            <p:nvPr/>
          </p:nvCxnSpPr>
          <p:spPr>
            <a:xfrm>
              <a:off x="2736079" y="4226769"/>
              <a:ext cx="0" cy="126000"/>
            </a:xfrm>
            <a:prstGeom prst="straightConnector1">
              <a:avLst/>
            </a:prstGeom>
            <a:noFill/>
            <a:ln cap="flat" cmpd="sng" w="19050">
              <a:solidFill>
                <a:schemeClr val="lt1"/>
              </a:solidFill>
              <a:prstDash val="solid"/>
              <a:round/>
              <a:headEnd len="med" w="med" type="none"/>
              <a:tailEnd len="med" w="med" type="none"/>
            </a:ln>
          </p:spPr>
        </p:cxnSp>
        <p:pic>
          <p:nvPicPr>
            <p:cNvPr id="805" name="Google Shape;805;p58"/>
            <p:cNvPicPr preferRelativeResize="0"/>
            <p:nvPr/>
          </p:nvPicPr>
          <p:blipFill>
            <a:blip r:embed="rId6">
              <a:alphaModFix/>
            </a:blip>
            <a:stretch>
              <a:fillRect/>
            </a:stretch>
          </p:blipFill>
          <p:spPr>
            <a:xfrm>
              <a:off x="3049043" y="4010972"/>
              <a:ext cx="338196" cy="338196"/>
            </a:xfrm>
            <a:prstGeom prst="rect">
              <a:avLst/>
            </a:prstGeom>
            <a:noFill/>
            <a:ln>
              <a:noFill/>
            </a:ln>
          </p:spPr>
        </p:pic>
        <p:cxnSp>
          <p:nvCxnSpPr>
            <p:cNvPr id="806" name="Google Shape;806;p58"/>
            <p:cNvCxnSpPr>
              <a:stCxn id="805" idx="1"/>
              <a:endCxn id="798" idx="3"/>
            </p:cNvCxnSpPr>
            <p:nvPr/>
          </p:nvCxnSpPr>
          <p:spPr>
            <a:xfrm rot="10800000">
              <a:off x="2829443" y="4133570"/>
              <a:ext cx="219600" cy="46500"/>
            </a:xfrm>
            <a:prstGeom prst="straightConnector1">
              <a:avLst/>
            </a:prstGeom>
            <a:noFill/>
            <a:ln cap="flat" cmpd="sng" w="19050">
              <a:solidFill>
                <a:srgbClr val="E69138"/>
              </a:solidFill>
              <a:prstDash val="solid"/>
              <a:round/>
              <a:headEnd len="med" w="med" type="none"/>
              <a:tailEnd len="med" w="med" type="none"/>
            </a:ln>
          </p:spPr>
        </p:cxnSp>
        <p:sp>
          <p:nvSpPr>
            <p:cNvPr id="807" name="Google Shape;807;p58"/>
            <p:cNvSpPr txBox="1"/>
            <p:nvPr/>
          </p:nvSpPr>
          <p:spPr>
            <a:xfrm>
              <a:off x="2966044" y="3898690"/>
              <a:ext cx="223500" cy="212400"/>
            </a:xfrm>
            <a:prstGeom prst="rect">
              <a:avLst/>
            </a:prstGeom>
            <a:noFill/>
            <a:ln>
              <a:noFill/>
            </a:ln>
          </p:spPr>
          <p:txBody>
            <a:bodyPr anchorCtr="0" anchor="t" bIns="55900" lIns="55900" spcFirstLastPara="1" rIns="55900" wrap="square" tIns="55900">
              <a:noAutofit/>
            </a:bodyPr>
            <a:lstStyle/>
            <a:p>
              <a:pPr indent="0" lvl="0" marL="0" rtl="0" algn="l">
                <a:spcBef>
                  <a:spcPts val="0"/>
                </a:spcBef>
                <a:spcAft>
                  <a:spcPts val="0"/>
                </a:spcAft>
                <a:buNone/>
              </a:pPr>
              <a:r>
                <a:rPr lang="it" sz="733">
                  <a:solidFill>
                    <a:schemeClr val="lt1"/>
                  </a:solidFill>
                  <a:latin typeface="Maven Pro"/>
                  <a:ea typeface="Maven Pro"/>
                  <a:cs typeface="Maven Pro"/>
                  <a:sym typeface="Maven Pro"/>
                </a:rPr>
                <a:t>Cl</a:t>
              </a:r>
              <a:r>
                <a:rPr baseline="30000" lang="it" sz="733">
                  <a:solidFill>
                    <a:schemeClr val="lt1"/>
                  </a:solidFill>
                  <a:latin typeface="Maven Pro"/>
                  <a:ea typeface="Maven Pro"/>
                  <a:cs typeface="Maven Pro"/>
                  <a:sym typeface="Maven Pro"/>
                </a:rPr>
                <a:t>-</a:t>
              </a:r>
              <a:endParaRPr baseline="30000" sz="733">
                <a:solidFill>
                  <a:schemeClr val="lt1"/>
                </a:solidFill>
                <a:latin typeface="Maven Pro"/>
                <a:ea typeface="Maven Pro"/>
                <a:cs typeface="Maven Pro"/>
                <a:sym typeface="Maven Pro"/>
              </a:endParaRPr>
            </a:p>
          </p:txBody>
        </p:sp>
        <p:pic>
          <p:nvPicPr>
            <p:cNvPr id="808" name="Google Shape;808;p58"/>
            <p:cNvPicPr preferRelativeResize="0"/>
            <p:nvPr/>
          </p:nvPicPr>
          <p:blipFill>
            <a:blip r:embed="rId7">
              <a:alphaModFix/>
            </a:blip>
            <a:stretch>
              <a:fillRect/>
            </a:stretch>
          </p:blipFill>
          <p:spPr>
            <a:xfrm>
              <a:off x="3463629" y="3514002"/>
              <a:ext cx="184687" cy="184687"/>
            </a:xfrm>
            <a:prstGeom prst="rect">
              <a:avLst/>
            </a:prstGeom>
            <a:noFill/>
            <a:ln>
              <a:noFill/>
            </a:ln>
          </p:spPr>
        </p:pic>
        <p:cxnSp>
          <p:nvCxnSpPr>
            <p:cNvPr id="809" name="Google Shape;809;p58"/>
            <p:cNvCxnSpPr>
              <a:stCxn id="808" idx="1"/>
              <a:endCxn id="805" idx="0"/>
            </p:cNvCxnSpPr>
            <p:nvPr/>
          </p:nvCxnSpPr>
          <p:spPr>
            <a:xfrm flipH="1">
              <a:off x="3218229" y="3606346"/>
              <a:ext cx="245400" cy="404700"/>
            </a:xfrm>
            <a:prstGeom prst="curvedConnector2">
              <a:avLst/>
            </a:prstGeom>
            <a:noFill/>
            <a:ln cap="flat" cmpd="sng" w="5825">
              <a:solidFill>
                <a:schemeClr val="lt1"/>
              </a:solidFill>
              <a:prstDash val="solid"/>
              <a:round/>
              <a:headEnd len="med" w="med" type="stealth"/>
              <a:tailEnd len="med" w="med" type="stealth"/>
            </a:ln>
          </p:spPr>
        </p:cxnSp>
        <p:sp>
          <p:nvSpPr>
            <p:cNvPr id="810" name="Google Shape;810;p58"/>
            <p:cNvSpPr txBox="1"/>
            <p:nvPr/>
          </p:nvSpPr>
          <p:spPr>
            <a:xfrm>
              <a:off x="3476098" y="3638650"/>
              <a:ext cx="223500" cy="186600"/>
            </a:xfrm>
            <a:prstGeom prst="rect">
              <a:avLst/>
            </a:prstGeom>
            <a:noFill/>
            <a:ln>
              <a:noFill/>
            </a:ln>
          </p:spPr>
          <p:txBody>
            <a:bodyPr anchorCtr="0" anchor="t" bIns="55900" lIns="55900" spcFirstLastPara="1" rIns="55900" wrap="square" tIns="55900">
              <a:noAutofit/>
            </a:bodyPr>
            <a:lstStyle/>
            <a:p>
              <a:pPr indent="0" lvl="0" marL="0" rtl="0" algn="l">
                <a:spcBef>
                  <a:spcPts val="0"/>
                </a:spcBef>
                <a:spcAft>
                  <a:spcPts val="0"/>
                </a:spcAft>
                <a:buNone/>
              </a:pPr>
              <a:r>
                <a:rPr lang="it" sz="733">
                  <a:solidFill>
                    <a:schemeClr val="lt1"/>
                  </a:solidFill>
                  <a:latin typeface="Maven Pro"/>
                  <a:ea typeface="Maven Pro"/>
                  <a:cs typeface="Maven Pro"/>
                  <a:sym typeface="Maven Pro"/>
                </a:rPr>
                <a:t>F</a:t>
              </a:r>
              <a:r>
                <a:rPr baseline="30000" lang="it" sz="733">
                  <a:solidFill>
                    <a:schemeClr val="lt1"/>
                  </a:solidFill>
                  <a:latin typeface="Maven Pro"/>
                  <a:ea typeface="Maven Pro"/>
                  <a:cs typeface="Maven Pro"/>
                  <a:sym typeface="Maven Pro"/>
                </a:rPr>
                <a:t>-</a:t>
              </a:r>
              <a:endParaRPr baseline="30000" sz="733">
                <a:solidFill>
                  <a:schemeClr val="lt1"/>
                </a:solidFill>
                <a:latin typeface="Maven Pro"/>
                <a:ea typeface="Maven Pro"/>
                <a:cs typeface="Maven Pro"/>
                <a:sym typeface="Maven Pro"/>
              </a:endParaRPr>
            </a:p>
          </p:txBody>
        </p:sp>
        <p:sp>
          <p:nvSpPr>
            <p:cNvPr id="811" name="Google Shape;811;p58"/>
            <p:cNvSpPr txBox="1"/>
            <p:nvPr/>
          </p:nvSpPr>
          <p:spPr>
            <a:xfrm>
              <a:off x="2636668" y="3612655"/>
              <a:ext cx="500700" cy="554100"/>
            </a:xfrm>
            <a:prstGeom prst="rect">
              <a:avLst/>
            </a:prstGeom>
            <a:noFill/>
            <a:ln>
              <a:noFill/>
            </a:ln>
          </p:spPr>
          <p:txBody>
            <a:bodyPr anchorCtr="0" anchor="t" bIns="74550" lIns="74550" spcFirstLastPara="1" rIns="74550" wrap="square" tIns="74550">
              <a:noAutofit/>
            </a:bodyPr>
            <a:lstStyle/>
            <a:p>
              <a:pPr indent="0" lvl="0" marL="0" rtl="0" algn="l">
                <a:spcBef>
                  <a:spcPts val="0"/>
                </a:spcBef>
                <a:spcAft>
                  <a:spcPts val="0"/>
                </a:spcAft>
                <a:buNone/>
              </a:pPr>
              <a:r>
                <a:rPr lang="it" sz="978">
                  <a:solidFill>
                    <a:schemeClr val="lt1"/>
                  </a:solidFill>
                  <a:latin typeface="Maven Pro"/>
                  <a:ea typeface="Maven Pro"/>
                  <a:cs typeface="Maven Pro"/>
                  <a:sym typeface="Maven Pro"/>
                </a:rPr>
                <a:t>H</a:t>
              </a:r>
              <a:endParaRPr baseline="30000" sz="733">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978">
                <a:solidFill>
                  <a:schemeClr val="lt1"/>
                </a:solidFill>
                <a:latin typeface="Maven Pro"/>
                <a:ea typeface="Maven Pro"/>
                <a:cs typeface="Maven Pro"/>
                <a:sym typeface="Maven Pro"/>
              </a:endParaRPr>
            </a:p>
            <a:p>
              <a:pPr indent="0" lvl="0" marL="0" rtl="0" algn="l">
                <a:spcBef>
                  <a:spcPts val="0"/>
                </a:spcBef>
                <a:spcAft>
                  <a:spcPts val="0"/>
                </a:spcAft>
                <a:buClr>
                  <a:schemeClr val="dk1"/>
                </a:buClr>
                <a:buSzPts val="897"/>
                <a:buFont typeface="Arial"/>
                <a:buNone/>
              </a:pPr>
              <a:r>
                <a:t/>
              </a:r>
              <a:endParaRPr sz="978">
                <a:solidFill>
                  <a:schemeClr val="lt1"/>
                </a:solidFill>
                <a:latin typeface="Maven Pro"/>
                <a:ea typeface="Maven Pro"/>
                <a:cs typeface="Maven Pro"/>
                <a:sym typeface="Maven Pro"/>
              </a:endParaRPr>
            </a:p>
          </p:txBody>
        </p:sp>
        <p:sp>
          <p:nvSpPr>
            <p:cNvPr id="812" name="Google Shape;812;p58"/>
            <p:cNvSpPr txBox="1"/>
            <p:nvPr/>
          </p:nvSpPr>
          <p:spPr>
            <a:xfrm>
              <a:off x="2326150" y="3837921"/>
              <a:ext cx="203400" cy="225900"/>
            </a:xfrm>
            <a:prstGeom prst="rect">
              <a:avLst/>
            </a:prstGeom>
            <a:noFill/>
            <a:ln>
              <a:noFill/>
            </a:ln>
          </p:spPr>
          <p:txBody>
            <a:bodyPr anchorCtr="0" anchor="t" bIns="74550" lIns="74550" spcFirstLastPara="1" rIns="74550" wrap="square" tIns="74550">
              <a:noAutofit/>
            </a:bodyPr>
            <a:lstStyle/>
            <a:p>
              <a:pPr indent="0" lvl="0" marL="0" rtl="0" algn="l">
                <a:spcBef>
                  <a:spcPts val="0"/>
                </a:spcBef>
                <a:spcAft>
                  <a:spcPts val="0"/>
                </a:spcAft>
                <a:buNone/>
              </a:pPr>
              <a:r>
                <a:rPr lang="it" sz="978">
                  <a:solidFill>
                    <a:schemeClr val="lt1"/>
                  </a:solidFill>
                  <a:latin typeface="Maven Pro"/>
                  <a:ea typeface="Maven Pro"/>
                  <a:cs typeface="Maven Pro"/>
                  <a:sym typeface="Maven Pro"/>
                </a:rPr>
                <a:t>H</a:t>
              </a:r>
              <a:endParaRPr sz="978">
                <a:solidFill>
                  <a:schemeClr val="lt1"/>
                </a:solidFill>
                <a:latin typeface="Maven Pro"/>
                <a:ea typeface="Maven Pro"/>
                <a:cs typeface="Maven Pro"/>
                <a:sym typeface="Maven Pro"/>
              </a:endParaRPr>
            </a:p>
            <a:p>
              <a:pPr indent="0" lvl="0" marL="0" rtl="0" algn="l">
                <a:spcBef>
                  <a:spcPts val="0"/>
                </a:spcBef>
                <a:spcAft>
                  <a:spcPts val="0"/>
                </a:spcAft>
                <a:buClr>
                  <a:schemeClr val="dk1"/>
                </a:buClr>
                <a:buSzPts val="897"/>
                <a:buFont typeface="Arial"/>
                <a:buNone/>
              </a:pPr>
              <a:r>
                <a:t/>
              </a:r>
              <a:endParaRPr sz="978">
                <a:solidFill>
                  <a:schemeClr val="lt1"/>
                </a:solidFill>
                <a:latin typeface="Maven Pro"/>
                <a:ea typeface="Maven Pro"/>
                <a:cs typeface="Maven Pro"/>
                <a:sym typeface="Maven Pro"/>
              </a:endParaRPr>
            </a:p>
          </p:txBody>
        </p:sp>
        <p:sp>
          <p:nvSpPr>
            <p:cNvPr id="813" name="Google Shape;813;p58"/>
            <p:cNvSpPr txBox="1"/>
            <p:nvPr/>
          </p:nvSpPr>
          <p:spPr>
            <a:xfrm>
              <a:off x="2469675" y="4323171"/>
              <a:ext cx="203400" cy="225900"/>
            </a:xfrm>
            <a:prstGeom prst="rect">
              <a:avLst/>
            </a:prstGeom>
            <a:noFill/>
            <a:ln>
              <a:noFill/>
            </a:ln>
          </p:spPr>
          <p:txBody>
            <a:bodyPr anchorCtr="0" anchor="t" bIns="74550" lIns="74550" spcFirstLastPara="1" rIns="74550" wrap="square" tIns="74550">
              <a:noAutofit/>
            </a:bodyPr>
            <a:lstStyle/>
            <a:p>
              <a:pPr indent="0" lvl="0" marL="0" rtl="0" algn="l">
                <a:spcBef>
                  <a:spcPts val="0"/>
                </a:spcBef>
                <a:spcAft>
                  <a:spcPts val="0"/>
                </a:spcAft>
                <a:buNone/>
              </a:pPr>
              <a:r>
                <a:rPr lang="it" sz="978">
                  <a:solidFill>
                    <a:schemeClr val="lt1"/>
                  </a:solidFill>
                  <a:latin typeface="Maven Pro"/>
                  <a:ea typeface="Maven Pro"/>
                  <a:cs typeface="Maven Pro"/>
                  <a:sym typeface="Maven Pro"/>
                </a:rPr>
                <a:t>H</a:t>
              </a:r>
              <a:endParaRPr sz="978">
                <a:solidFill>
                  <a:schemeClr val="lt1"/>
                </a:solidFill>
                <a:latin typeface="Maven Pro"/>
                <a:ea typeface="Maven Pro"/>
                <a:cs typeface="Maven Pro"/>
                <a:sym typeface="Maven Pro"/>
              </a:endParaRPr>
            </a:p>
            <a:p>
              <a:pPr indent="0" lvl="0" marL="0" rtl="0" algn="l">
                <a:spcBef>
                  <a:spcPts val="0"/>
                </a:spcBef>
                <a:spcAft>
                  <a:spcPts val="0"/>
                </a:spcAft>
                <a:buClr>
                  <a:schemeClr val="dk1"/>
                </a:buClr>
                <a:buSzPts val="897"/>
                <a:buFont typeface="Arial"/>
                <a:buNone/>
              </a:pPr>
              <a:r>
                <a:t/>
              </a:r>
              <a:endParaRPr sz="978">
                <a:solidFill>
                  <a:schemeClr val="lt1"/>
                </a:solidFill>
                <a:latin typeface="Maven Pro"/>
                <a:ea typeface="Maven Pro"/>
                <a:cs typeface="Maven Pro"/>
                <a:sym typeface="Maven Pro"/>
              </a:endParaRPr>
            </a:p>
          </p:txBody>
        </p:sp>
        <p:sp>
          <p:nvSpPr>
            <p:cNvPr id="814" name="Google Shape;814;p58"/>
            <p:cNvSpPr txBox="1"/>
            <p:nvPr/>
          </p:nvSpPr>
          <p:spPr>
            <a:xfrm>
              <a:off x="2433288" y="4129511"/>
              <a:ext cx="302100" cy="267900"/>
            </a:xfrm>
            <a:prstGeom prst="rect">
              <a:avLst/>
            </a:prstGeom>
            <a:noFill/>
            <a:ln>
              <a:noFill/>
            </a:ln>
          </p:spPr>
          <p:txBody>
            <a:bodyPr anchorCtr="0" anchor="ctr" bIns="74550" lIns="74550" spcFirstLastPara="1" rIns="74550" wrap="square" tIns="74550">
              <a:noAutofit/>
            </a:bodyPr>
            <a:lstStyle/>
            <a:p>
              <a:pPr indent="0" lvl="0" marL="0" rtl="0" algn="ctr">
                <a:spcBef>
                  <a:spcPts val="0"/>
                </a:spcBef>
                <a:spcAft>
                  <a:spcPts val="0"/>
                </a:spcAft>
                <a:buNone/>
              </a:pPr>
              <a:r>
                <a:rPr lang="it" sz="978">
                  <a:solidFill>
                    <a:schemeClr val="lt1"/>
                  </a:solidFill>
                  <a:latin typeface="Maven Pro"/>
                  <a:ea typeface="Maven Pro"/>
                  <a:cs typeface="Maven Pro"/>
                  <a:sym typeface="Maven Pro"/>
                </a:rPr>
                <a:t>C</a:t>
              </a:r>
              <a:endParaRPr sz="978">
                <a:solidFill>
                  <a:schemeClr val="lt1"/>
                </a:solidFill>
                <a:latin typeface="Maven Pro"/>
                <a:ea typeface="Maven Pro"/>
                <a:cs typeface="Maven Pro"/>
                <a:sym typeface="Maven Pro"/>
              </a:endParaRPr>
            </a:p>
          </p:txBody>
        </p:sp>
      </p:grpSp>
      <p:grpSp>
        <p:nvGrpSpPr>
          <p:cNvPr id="815" name="Google Shape;815;p58"/>
          <p:cNvGrpSpPr/>
          <p:nvPr/>
        </p:nvGrpSpPr>
        <p:grpSpPr>
          <a:xfrm>
            <a:off x="5638189" y="3646615"/>
            <a:ext cx="1510800" cy="1153331"/>
            <a:chOff x="5638189" y="3646615"/>
            <a:chExt cx="1510800" cy="1153331"/>
          </a:xfrm>
        </p:grpSpPr>
        <p:sp>
          <p:nvSpPr>
            <p:cNvPr id="816" name="Google Shape;816;p58"/>
            <p:cNvSpPr txBox="1"/>
            <p:nvPr/>
          </p:nvSpPr>
          <p:spPr>
            <a:xfrm>
              <a:off x="6067775" y="4494846"/>
              <a:ext cx="936000" cy="3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lt1"/>
                  </a:solidFill>
                  <a:latin typeface="Maven Pro"/>
                  <a:ea typeface="Maven Pro"/>
                  <a:cs typeface="Maven Pro"/>
                  <a:sym typeface="Maven Pro"/>
                </a:rPr>
                <a:t>RM-</a:t>
              </a:r>
              <a:r>
                <a:rPr lang="it" sz="1200">
                  <a:solidFill>
                    <a:schemeClr val="lt1"/>
                  </a:solidFill>
                  <a:latin typeface="Maven Pro"/>
                  <a:ea typeface="Maven Pro"/>
                  <a:cs typeface="Maven Pro"/>
                  <a:sym typeface="Maven Pro"/>
                </a:rPr>
                <a:t>Bond</a:t>
              </a:r>
              <a:endParaRPr sz="1200">
                <a:solidFill>
                  <a:schemeClr val="lt1"/>
                </a:solidFill>
                <a:latin typeface="Maven Pro"/>
                <a:ea typeface="Maven Pro"/>
                <a:cs typeface="Maven Pro"/>
                <a:sym typeface="Maven Pro"/>
              </a:endParaRPr>
            </a:p>
          </p:txBody>
        </p:sp>
        <p:pic>
          <p:nvPicPr>
            <p:cNvPr id="817" name="Google Shape;817;p58"/>
            <p:cNvPicPr preferRelativeResize="0"/>
            <p:nvPr/>
          </p:nvPicPr>
          <p:blipFill>
            <a:blip r:embed="rId3">
              <a:alphaModFix/>
            </a:blip>
            <a:stretch>
              <a:fillRect/>
            </a:stretch>
          </p:blipFill>
          <p:spPr>
            <a:xfrm>
              <a:off x="6183510" y="4004209"/>
              <a:ext cx="305100" cy="305100"/>
            </a:xfrm>
            <a:prstGeom prst="rect">
              <a:avLst/>
            </a:prstGeom>
            <a:noFill/>
            <a:ln>
              <a:noFill/>
            </a:ln>
          </p:spPr>
        </p:pic>
        <p:pic>
          <p:nvPicPr>
            <p:cNvPr id="818" name="Google Shape;818;p58"/>
            <p:cNvPicPr preferRelativeResize="0"/>
            <p:nvPr/>
          </p:nvPicPr>
          <p:blipFill>
            <a:blip r:embed="rId5">
              <a:alphaModFix/>
            </a:blip>
            <a:stretch>
              <a:fillRect/>
            </a:stretch>
          </p:blipFill>
          <p:spPr>
            <a:xfrm>
              <a:off x="5856425" y="3704309"/>
              <a:ext cx="305100" cy="305100"/>
            </a:xfrm>
            <a:prstGeom prst="rect">
              <a:avLst/>
            </a:prstGeom>
            <a:noFill/>
            <a:ln>
              <a:noFill/>
            </a:ln>
          </p:spPr>
        </p:pic>
        <p:pic>
          <p:nvPicPr>
            <p:cNvPr id="819" name="Google Shape;819;p58"/>
            <p:cNvPicPr preferRelativeResize="0"/>
            <p:nvPr/>
          </p:nvPicPr>
          <p:blipFill>
            <a:blip r:embed="rId5">
              <a:alphaModFix/>
            </a:blip>
            <a:stretch>
              <a:fillRect/>
            </a:stretch>
          </p:blipFill>
          <p:spPr>
            <a:xfrm>
              <a:off x="6836838" y="3807846"/>
              <a:ext cx="305100" cy="305100"/>
            </a:xfrm>
            <a:prstGeom prst="rect">
              <a:avLst/>
            </a:prstGeom>
            <a:noFill/>
            <a:ln>
              <a:noFill/>
            </a:ln>
          </p:spPr>
        </p:pic>
        <p:cxnSp>
          <p:nvCxnSpPr>
            <p:cNvPr id="820" name="Google Shape;820;p58"/>
            <p:cNvCxnSpPr>
              <a:stCxn id="817" idx="3"/>
              <a:endCxn id="819" idx="2"/>
            </p:cNvCxnSpPr>
            <p:nvPr/>
          </p:nvCxnSpPr>
          <p:spPr>
            <a:xfrm flipH="1" rot="10800000">
              <a:off x="6488610" y="4112959"/>
              <a:ext cx="500700" cy="43800"/>
            </a:xfrm>
            <a:prstGeom prst="straightConnector1">
              <a:avLst/>
            </a:prstGeom>
            <a:noFill/>
            <a:ln cap="flat" cmpd="sng" w="19050">
              <a:solidFill>
                <a:schemeClr val="lt1"/>
              </a:solidFill>
              <a:prstDash val="solid"/>
              <a:round/>
              <a:headEnd len="med" w="med" type="none"/>
              <a:tailEnd len="med" w="med" type="none"/>
            </a:ln>
          </p:spPr>
        </p:cxnSp>
        <p:cxnSp>
          <p:nvCxnSpPr>
            <p:cNvPr id="821" name="Google Shape;821;p58"/>
            <p:cNvCxnSpPr>
              <a:stCxn id="817" idx="1"/>
              <a:endCxn id="818" idx="2"/>
            </p:cNvCxnSpPr>
            <p:nvPr/>
          </p:nvCxnSpPr>
          <p:spPr>
            <a:xfrm rot="10800000">
              <a:off x="6008910" y="4009459"/>
              <a:ext cx="174600" cy="147300"/>
            </a:xfrm>
            <a:prstGeom prst="straightConnector1">
              <a:avLst/>
            </a:prstGeom>
            <a:noFill/>
            <a:ln cap="flat" cmpd="sng" w="19050">
              <a:solidFill>
                <a:schemeClr val="lt1"/>
              </a:solidFill>
              <a:prstDash val="solid"/>
              <a:round/>
              <a:headEnd len="med" w="med" type="none"/>
              <a:tailEnd len="med" w="med" type="none"/>
            </a:ln>
          </p:spPr>
        </p:cxnSp>
        <p:sp>
          <p:nvSpPr>
            <p:cNvPr id="822" name="Google Shape;822;p58"/>
            <p:cNvSpPr/>
            <p:nvPr/>
          </p:nvSpPr>
          <p:spPr>
            <a:xfrm>
              <a:off x="6602300" y="4021921"/>
              <a:ext cx="252900" cy="225900"/>
            </a:xfrm>
            <a:prstGeom prst="mathMultiply">
              <a:avLst>
                <a:gd fmla="val 23520" name="adj1"/>
              </a:avLst>
            </a:prstGeom>
            <a:solidFill>
              <a:srgbClr val="FF0000"/>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823" name="Google Shape;823;p58"/>
            <p:cNvSpPr txBox="1"/>
            <p:nvPr/>
          </p:nvSpPr>
          <p:spPr>
            <a:xfrm>
              <a:off x="6026981" y="4185922"/>
              <a:ext cx="553200" cy="338100"/>
            </a:xfrm>
            <a:prstGeom prst="rect">
              <a:avLst/>
            </a:prstGeom>
            <a:noFill/>
            <a:ln>
              <a:noFill/>
            </a:ln>
          </p:spPr>
          <p:txBody>
            <a:bodyPr anchorCtr="0" anchor="ctr" bIns="74550" lIns="74550" spcFirstLastPara="1" rIns="74550" wrap="square" tIns="74550">
              <a:noAutofit/>
            </a:bodyPr>
            <a:lstStyle/>
            <a:p>
              <a:pPr indent="0" lvl="0" marL="0" rtl="0" algn="ctr">
                <a:spcBef>
                  <a:spcPts val="0"/>
                </a:spcBef>
                <a:spcAft>
                  <a:spcPts val="0"/>
                </a:spcAft>
                <a:buNone/>
              </a:pPr>
              <a:r>
                <a:rPr lang="it" sz="978">
                  <a:solidFill>
                    <a:schemeClr val="lt1"/>
                  </a:solidFill>
                  <a:latin typeface="Maven Pro"/>
                  <a:ea typeface="Maven Pro"/>
                  <a:cs typeface="Maven Pro"/>
                  <a:sym typeface="Maven Pro"/>
                </a:rPr>
                <a:t>C</a:t>
              </a:r>
              <a:endParaRPr sz="978">
                <a:solidFill>
                  <a:schemeClr val="lt1"/>
                </a:solidFill>
                <a:latin typeface="Maven Pro"/>
                <a:ea typeface="Maven Pro"/>
                <a:cs typeface="Maven Pro"/>
                <a:sym typeface="Maven Pro"/>
              </a:endParaRPr>
            </a:p>
          </p:txBody>
        </p:sp>
        <p:sp>
          <p:nvSpPr>
            <p:cNvPr id="824" name="Google Shape;824;p58"/>
            <p:cNvSpPr txBox="1"/>
            <p:nvPr/>
          </p:nvSpPr>
          <p:spPr>
            <a:xfrm>
              <a:off x="5638189" y="3646615"/>
              <a:ext cx="451200" cy="451200"/>
            </a:xfrm>
            <a:prstGeom prst="rect">
              <a:avLst/>
            </a:prstGeom>
            <a:noFill/>
            <a:ln>
              <a:noFill/>
            </a:ln>
          </p:spPr>
          <p:txBody>
            <a:bodyPr anchorCtr="0" anchor="t" bIns="74550" lIns="74550" spcFirstLastPara="1" rIns="74550" wrap="square" tIns="74550">
              <a:noAutofit/>
            </a:bodyPr>
            <a:lstStyle/>
            <a:p>
              <a:pPr indent="0" lvl="0" marL="0" rtl="0" algn="l">
                <a:spcBef>
                  <a:spcPts val="0"/>
                </a:spcBef>
                <a:spcAft>
                  <a:spcPts val="0"/>
                </a:spcAft>
                <a:buNone/>
              </a:pPr>
              <a:r>
                <a:rPr lang="it" sz="978">
                  <a:solidFill>
                    <a:schemeClr val="lt1"/>
                  </a:solidFill>
                  <a:latin typeface="Maven Pro"/>
                  <a:ea typeface="Maven Pro"/>
                  <a:cs typeface="Maven Pro"/>
                  <a:sym typeface="Maven Pro"/>
                </a:rPr>
                <a:t>H</a:t>
              </a:r>
              <a:endParaRPr baseline="30000" sz="733">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978">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978">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978">
                <a:solidFill>
                  <a:schemeClr val="lt1"/>
                </a:solidFill>
                <a:latin typeface="Maven Pro"/>
                <a:ea typeface="Maven Pro"/>
                <a:cs typeface="Maven Pro"/>
                <a:sym typeface="Maven Pro"/>
              </a:endParaRPr>
            </a:p>
            <a:p>
              <a:pPr indent="0" lvl="0" marL="0" rtl="0" algn="l">
                <a:spcBef>
                  <a:spcPts val="0"/>
                </a:spcBef>
                <a:spcAft>
                  <a:spcPts val="0"/>
                </a:spcAft>
                <a:buClr>
                  <a:schemeClr val="dk1"/>
                </a:buClr>
                <a:buSzPts val="897"/>
                <a:buFont typeface="Arial"/>
                <a:buNone/>
              </a:pPr>
              <a:r>
                <a:t/>
              </a:r>
              <a:endParaRPr sz="978">
                <a:solidFill>
                  <a:schemeClr val="lt1"/>
                </a:solidFill>
                <a:latin typeface="Maven Pro"/>
                <a:ea typeface="Maven Pro"/>
                <a:cs typeface="Maven Pro"/>
                <a:sym typeface="Maven Pro"/>
              </a:endParaRPr>
            </a:p>
          </p:txBody>
        </p:sp>
        <p:sp>
          <p:nvSpPr>
            <p:cNvPr id="825" name="Google Shape;825;p58"/>
            <p:cNvSpPr txBox="1"/>
            <p:nvPr/>
          </p:nvSpPr>
          <p:spPr>
            <a:xfrm>
              <a:off x="6697789" y="3664090"/>
              <a:ext cx="451200" cy="451200"/>
            </a:xfrm>
            <a:prstGeom prst="rect">
              <a:avLst/>
            </a:prstGeom>
            <a:noFill/>
            <a:ln>
              <a:noFill/>
            </a:ln>
          </p:spPr>
          <p:txBody>
            <a:bodyPr anchorCtr="0" anchor="t" bIns="74550" lIns="74550" spcFirstLastPara="1" rIns="74550" wrap="square" tIns="74550">
              <a:noAutofit/>
            </a:bodyPr>
            <a:lstStyle/>
            <a:p>
              <a:pPr indent="0" lvl="0" marL="0" rtl="0" algn="l">
                <a:spcBef>
                  <a:spcPts val="0"/>
                </a:spcBef>
                <a:spcAft>
                  <a:spcPts val="0"/>
                </a:spcAft>
                <a:buNone/>
              </a:pPr>
              <a:r>
                <a:rPr lang="it" sz="978">
                  <a:solidFill>
                    <a:schemeClr val="lt1"/>
                  </a:solidFill>
                  <a:latin typeface="Maven Pro"/>
                  <a:ea typeface="Maven Pro"/>
                  <a:cs typeface="Maven Pro"/>
                  <a:sym typeface="Maven Pro"/>
                </a:rPr>
                <a:t>H</a:t>
              </a:r>
              <a:endParaRPr baseline="30000" sz="733">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978">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978">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978">
                <a:solidFill>
                  <a:schemeClr val="lt1"/>
                </a:solidFill>
                <a:latin typeface="Maven Pro"/>
                <a:ea typeface="Maven Pro"/>
                <a:cs typeface="Maven Pro"/>
                <a:sym typeface="Maven Pro"/>
              </a:endParaRPr>
            </a:p>
            <a:p>
              <a:pPr indent="0" lvl="0" marL="0" rtl="0" algn="l">
                <a:spcBef>
                  <a:spcPts val="0"/>
                </a:spcBef>
                <a:spcAft>
                  <a:spcPts val="0"/>
                </a:spcAft>
                <a:buClr>
                  <a:schemeClr val="dk1"/>
                </a:buClr>
                <a:buSzPts val="897"/>
                <a:buFont typeface="Arial"/>
                <a:buNone/>
              </a:pPr>
              <a:r>
                <a:t/>
              </a:r>
              <a:endParaRPr sz="978">
                <a:solidFill>
                  <a:schemeClr val="lt1"/>
                </a:solidFill>
                <a:latin typeface="Maven Pro"/>
                <a:ea typeface="Maven Pro"/>
                <a:cs typeface="Maven Pro"/>
                <a:sym typeface="Maven Pro"/>
              </a:endParaRPr>
            </a:p>
          </p:txBody>
        </p:sp>
      </p:grpSp>
      <p:pic>
        <p:nvPicPr>
          <p:cNvPr id="826" name="Google Shape;826;p58" title="white_symbol.png"/>
          <p:cNvPicPr preferRelativeResize="0"/>
          <p:nvPr/>
        </p:nvPicPr>
        <p:blipFill rotWithShape="1">
          <a:blip r:embed="rId8">
            <a:alphaModFix/>
          </a:blip>
          <a:srcRect b="0" l="0" r="0" t="0"/>
          <a:stretch/>
        </p:blipFill>
        <p:spPr>
          <a:xfrm>
            <a:off x="8366304" y="4414823"/>
            <a:ext cx="655776" cy="608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grpSp>
        <p:nvGrpSpPr>
          <p:cNvPr id="831" name="Google Shape;831;p59"/>
          <p:cNvGrpSpPr/>
          <p:nvPr/>
        </p:nvGrpSpPr>
        <p:grpSpPr>
          <a:xfrm>
            <a:off x="145900" y="2578950"/>
            <a:ext cx="1984400" cy="2227650"/>
            <a:chOff x="145900" y="2578950"/>
            <a:chExt cx="1984400" cy="2227650"/>
          </a:xfrm>
        </p:grpSpPr>
        <p:sp>
          <p:nvSpPr>
            <p:cNvPr id="832" name="Google Shape;832;p59"/>
            <p:cNvSpPr txBox="1"/>
            <p:nvPr/>
          </p:nvSpPr>
          <p:spPr>
            <a:xfrm>
              <a:off x="1462200" y="2578950"/>
              <a:ext cx="6681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1800">
                  <a:solidFill>
                    <a:schemeClr val="dk2"/>
                  </a:solidFill>
                  <a:latin typeface="Montserrat Medium"/>
                  <a:ea typeface="Montserrat Medium"/>
                  <a:cs typeface="Montserrat Medium"/>
                  <a:sym typeface="Montserrat Medium"/>
                </a:rPr>
                <a:t>R</a:t>
              </a:r>
              <a:r>
                <a:rPr baseline="-25000" lang="it" sz="1800">
                  <a:solidFill>
                    <a:schemeClr val="dk2"/>
                  </a:solidFill>
                  <a:latin typeface="Montserrat Medium"/>
                  <a:ea typeface="Montserrat Medium"/>
                  <a:cs typeface="Montserrat Medium"/>
                  <a:sym typeface="Montserrat Medium"/>
                </a:rPr>
                <a:t>step</a:t>
              </a:r>
              <a:endParaRPr baseline="-25000" sz="1800">
                <a:solidFill>
                  <a:schemeClr val="dk2"/>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baseline="-25000" sz="1800">
                <a:solidFill>
                  <a:schemeClr val="dk2"/>
                </a:solidFill>
                <a:latin typeface="Maven Pro"/>
                <a:ea typeface="Maven Pro"/>
                <a:cs typeface="Maven Pro"/>
                <a:sym typeface="Maven Pro"/>
              </a:endParaRPr>
            </a:p>
          </p:txBody>
        </p:sp>
        <p:sp>
          <p:nvSpPr>
            <p:cNvPr id="833" name="Google Shape;833;p59"/>
            <p:cNvSpPr/>
            <p:nvPr/>
          </p:nvSpPr>
          <p:spPr>
            <a:xfrm>
              <a:off x="145900" y="3598500"/>
              <a:ext cx="1719000" cy="120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ontserrat Medium"/>
                  <a:ea typeface="Montserrat Medium"/>
                  <a:cs typeface="Montserrat Medium"/>
                  <a:sym typeface="Montserrat Medium"/>
                </a:rPr>
                <a:t>Step [P]</a:t>
              </a:r>
              <a:endParaRPr sz="1200">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1200">
                <a:solidFill>
                  <a:schemeClr val="lt1"/>
                </a:solidFill>
                <a:latin typeface="Maven Pro"/>
                <a:ea typeface="Maven Pro"/>
                <a:cs typeface="Maven Pro"/>
                <a:sym typeface="Maven Pro"/>
              </a:endParaRPr>
            </a:p>
          </p:txBody>
        </p:sp>
        <p:pic>
          <p:nvPicPr>
            <p:cNvPr id="834" name="Google Shape;834;p59" title="Screenshot 2026-02-13 162435.png"/>
            <p:cNvPicPr preferRelativeResize="0"/>
            <p:nvPr/>
          </p:nvPicPr>
          <p:blipFill>
            <a:blip r:embed="rId3">
              <a:alphaModFix/>
            </a:blip>
            <a:stretch>
              <a:fillRect/>
            </a:stretch>
          </p:blipFill>
          <p:spPr>
            <a:xfrm>
              <a:off x="438025" y="4049350"/>
              <a:ext cx="1231200" cy="639125"/>
            </a:xfrm>
            <a:prstGeom prst="rect">
              <a:avLst/>
            </a:prstGeom>
            <a:noFill/>
            <a:ln>
              <a:noFill/>
            </a:ln>
          </p:spPr>
        </p:pic>
        <p:cxnSp>
          <p:nvCxnSpPr>
            <p:cNvPr id="835" name="Google Shape;835;p59"/>
            <p:cNvCxnSpPr>
              <a:stCxn id="832" idx="2"/>
              <a:endCxn id="833" idx="0"/>
            </p:cNvCxnSpPr>
            <p:nvPr/>
          </p:nvCxnSpPr>
          <p:spPr>
            <a:xfrm rot="5400000">
              <a:off x="1198800" y="3001200"/>
              <a:ext cx="404100" cy="790800"/>
            </a:xfrm>
            <a:prstGeom prst="curvedConnector3">
              <a:avLst>
                <a:gd fmla="val 49981" name="adj1"/>
              </a:avLst>
            </a:prstGeom>
            <a:noFill/>
            <a:ln cap="flat" cmpd="sng" w="19050">
              <a:solidFill>
                <a:schemeClr val="lt1"/>
              </a:solidFill>
              <a:prstDash val="solid"/>
              <a:round/>
              <a:headEnd len="med" w="med" type="none"/>
              <a:tailEnd len="med" w="med" type="stealth"/>
            </a:ln>
          </p:spPr>
        </p:cxnSp>
      </p:grpSp>
      <p:sp>
        <p:nvSpPr>
          <p:cNvPr id="836" name="Google Shape;836;p59"/>
          <p:cNvSpPr txBox="1"/>
          <p:nvPr>
            <p:ph type="title"/>
          </p:nvPr>
        </p:nvSpPr>
        <p:spPr>
          <a:xfrm>
            <a:off x="1297500" y="393750"/>
            <a:ext cx="46992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DDQN</a:t>
            </a:r>
            <a:r>
              <a:rPr lang="it">
                <a:latin typeface="Montserrat"/>
                <a:ea typeface="Montserrat"/>
                <a:cs typeface="Montserrat"/>
                <a:sym typeface="Montserrat"/>
              </a:rPr>
              <a:t> - </a:t>
            </a:r>
            <a:r>
              <a:rPr lang="it" sz="2000">
                <a:latin typeface="Montserrat"/>
                <a:ea typeface="Montserrat"/>
                <a:cs typeface="Montserrat"/>
                <a:sym typeface="Montserrat"/>
              </a:rPr>
              <a:t>Reward</a:t>
            </a:r>
            <a:endParaRPr sz="2000">
              <a:latin typeface="Montserrat"/>
              <a:ea typeface="Montserrat"/>
              <a:cs typeface="Montserrat"/>
              <a:sym typeface="Montserrat"/>
            </a:endParaRPr>
          </a:p>
        </p:txBody>
      </p:sp>
      <p:grpSp>
        <p:nvGrpSpPr>
          <p:cNvPr id="837" name="Google Shape;837;p59"/>
          <p:cNvGrpSpPr/>
          <p:nvPr/>
        </p:nvGrpSpPr>
        <p:grpSpPr>
          <a:xfrm>
            <a:off x="1937850" y="2410500"/>
            <a:ext cx="2611800" cy="2477400"/>
            <a:chOff x="1937850" y="2410500"/>
            <a:chExt cx="2611800" cy="2477400"/>
          </a:xfrm>
        </p:grpSpPr>
        <p:sp>
          <p:nvSpPr>
            <p:cNvPr id="838" name="Google Shape;838;p59"/>
            <p:cNvSpPr txBox="1"/>
            <p:nvPr/>
          </p:nvSpPr>
          <p:spPr>
            <a:xfrm>
              <a:off x="3645650" y="2542200"/>
              <a:ext cx="789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it" sz="1800">
                  <a:solidFill>
                    <a:schemeClr val="dk2"/>
                  </a:solidFill>
                  <a:latin typeface="Montserrat Medium"/>
                  <a:ea typeface="Montserrat Medium"/>
                  <a:cs typeface="Montserrat Medium"/>
                  <a:sym typeface="Montserrat Medium"/>
                </a:rPr>
                <a:t>R</a:t>
              </a:r>
              <a:r>
                <a:rPr baseline="-25000" lang="it" sz="1800">
                  <a:solidFill>
                    <a:schemeClr val="dk2"/>
                  </a:solidFill>
                  <a:latin typeface="Montserrat Medium"/>
                  <a:ea typeface="Montserrat Medium"/>
                  <a:cs typeface="Montserrat Medium"/>
                  <a:sym typeface="Montserrat Medium"/>
                </a:rPr>
                <a:t>ring</a:t>
              </a:r>
              <a:endParaRPr sz="1800">
                <a:solidFill>
                  <a:schemeClr val="dk2"/>
                </a:solidFill>
                <a:latin typeface="Montserrat Medium"/>
                <a:ea typeface="Montserrat Medium"/>
                <a:cs typeface="Montserrat Medium"/>
                <a:sym typeface="Montserrat Medium"/>
              </a:endParaRPr>
            </a:p>
          </p:txBody>
        </p:sp>
        <p:sp>
          <p:nvSpPr>
            <p:cNvPr id="839" name="Google Shape;839;p59"/>
            <p:cNvSpPr/>
            <p:nvPr/>
          </p:nvSpPr>
          <p:spPr>
            <a:xfrm>
              <a:off x="1937850" y="4191000"/>
              <a:ext cx="2611800" cy="696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ontserrat Medium"/>
                  <a:ea typeface="Montserrat Medium"/>
                  <a:cs typeface="Montserrat Medium"/>
                  <a:sym typeface="Montserrat Medium"/>
                </a:rPr>
                <a:t>Structural [P]</a:t>
              </a:r>
              <a:endParaRPr sz="1200">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1200">
                <a:solidFill>
                  <a:schemeClr val="lt1"/>
                </a:solidFill>
                <a:latin typeface="Maven Pro"/>
                <a:ea typeface="Maven Pro"/>
                <a:cs typeface="Maven Pro"/>
                <a:sym typeface="Maven Pro"/>
              </a:endParaRPr>
            </a:p>
          </p:txBody>
        </p:sp>
        <p:pic>
          <p:nvPicPr>
            <p:cNvPr id="840" name="Google Shape;840;p59" title="Screenshot 2026-02-13 163400.png"/>
            <p:cNvPicPr preferRelativeResize="0"/>
            <p:nvPr/>
          </p:nvPicPr>
          <p:blipFill rotWithShape="1">
            <a:blip r:embed="rId4">
              <a:alphaModFix/>
            </a:blip>
            <a:srcRect b="0" l="0" r="-5396" t="0"/>
            <a:stretch/>
          </p:blipFill>
          <p:spPr>
            <a:xfrm>
              <a:off x="2044525" y="4577125"/>
              <a:ext cx="2451275" cy="232200"/>
            </a:xfrm>
            <a:prstGeom prst="rect">
              <a:avLst/>
            </a:prstGeom>
            <a:noFill/>
            <a:ln>
              <a:noFill/>
            </a:ln>
          </p:spPr>
        </p:pic>
        <p:cxnSp>
          <p:nvCxnSpPr>
            <p:cNvPr id="841" name="Google Shape;841;p59"/>
            <p:cNvCxnSpPr>
              <a:stCxn id="838" idx="2"/>
              <a:endCxn id="839" idx="0"/>
            </p:cNvCxnSpPr>
            <p:nvPr/>
          </p:nvCxnSpPr>
          <p:spPr>
            <a:xfrm rot="5400000">
              <a:off x="3048650" y="3199050"/>
              <a:ext cx="1187100" cy="796800"/>
            </a:xfrm>
            <a:prstGeom prst="curvedConnector3">
              <a:avLst>
                <a:gd fmla="val 50000" name="adj1"/>
              </a:avLst>
            </a:prstGeom>
            <a:noFill/>
            <a:ln cap="flat" cmpd="sng" w="19050">
              <a:solidFill>
                <a:schemeClr val="lt1"/>
              </a:solidFill>
              <a:prstDash val="solid"/>
              <a:round/>
              <a:headEnd len="med" w="med" type="none"/>
              <a:tailEnd len="med" w="med" type="stealth"/>
            </a:ln>
          </p:spPr>
        </p:cxnSp>
        <p:sp>
          <p:nvSpPr>
            <p:cNvPr id="842" name="Google Shape;842;p59"/>
            <p:cNvSpPr txBox="1"/>
            <p:nvPr/>
          </p:nvSpPr>
          <p:spPr>
            <a:xfrm>
              <a:off x="3217775" y="2410500"/>
              <a:ext cx="411600" cy="6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3700">
                  <a:solidFill>
                    <a:schemeClr val="lt1"/>
                  </a:solidFill>
                  <a:latin typeface="Maven Pro"/>
                  <a:ea typeface="Maven Pro"/>
                  <a:cs typeface="Maven Pro"/>
                  <a:sym typeface="Maven Pro"/>
                </a:rPr>
                <a:t>+</a:t>
              </a:r>
              <a:endParaRPr sz="3700">
                <a:solidFill>
                  <a:schemeClr val="lt1"/>
                </a:solidFill>
                <a:latin typeface="Maven Pro"/>
                <a:ea typeface="Maven Pro"/>
                <a:cs typeface="Maven Pro"/>
                <a:sym typeface="Maven Pro"/>
              </a:endParaRPr>
            </a:p>
          </p:txBody>
        </p:sp>
      </p:grpSp>
      <p:grpSp>
        <p:nvGrpSpPr>
          <p:cNvPr id="843" name="Google Shape;843;p59"/>
          <p:cNvGrpSpPr/>
          <p:nvPr/>
        </p:nvGrpSpPr>
        <p:grpSpPr>
          <a:xfrm>
            <a:off x="302275" y="1487650"/>
            <a:ext cx="2915625" cy="1642250"/>
            <a:chOff x="302275" y="1487650"/>
            <a:chExt cx="2915625" cy="1642250"/>
          </a:xfrm>
        </p:grpSpPr>
        <p:sp>
          <p:nvSpPr>
            <p:cNvPr id="844" name="Google Shape;844;p59"/>
            <p:cNvSpPr txBox="1"/>
            <p:nvPr/>
          </p:nvSpPr>
          <p:spPr>
            <a:xfrm>
              <a:off x="2398300" y="2554800"/>
              <a:ext cx="819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800">
                  <a:solidFill>
                    <a:schemeClr val="dk2"/>
                  </a:solidFill>
                  <a:latin typeface="Montserrat Medium"/>
                  <a:ea typeface="Montserrat Medium"/>
                  <a:cs typeface="Montserrat Medium"/>
                  <a:sym typeface="Montserrat Medium"/>
                </a:rPr>
                <a:t>R</a:t>
              </a:r>
              <a:r>
                <a:rPr baseline="-25000" lang="it" sz="1800">
                  <a:solidFill>
                    <a:schemeClr val="dk2"/>
                  </a:solidFill>
                  <a:latin typeface="Montserrat Medium"/>
                  <a:ea typeface="Montserrat Medium"/>
                  <a:cs typeface="Montserrat Medium"/>
                  <a:sym typeface="Montserrat Medium"/>
                </a:rPr>
                <a:t>invalid</a:t>
              </a:r>
              <a:endParaRPr>
                <a:solidFill>
                  <a:schemeClr val="dk2"/>
                </a:solidFill>
              </a:endParaRPr>
            </a:p>
          </p:txBody>
        </p:sp>
        <p:sp>
          <p:nvSpPr>
            <p:cNvPr id="845" name="Google Shape;845;p59"/>
            <p:cNvSpPr/>
            <p:nvPr/>
          </p:nvSpPr>
          <p:spPr>
            <a:xfrm>
              <a:off x="302275" y="1487650"/>
              <a:ext cx="1896600" cy="696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ontserrat Medium"/>
                  <a:ea typeface="Montserrat Medium"/>
                  <a:cs typeface="Montserrat Medium"/>
                  <a:sym typeface="Montserrat Medium"/>
                </a:rPr>
                <a:t>Invalid action [P]</a:t>
              </a:r>
              <a:endParaRPr sz="1200">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rPr lang="it" sz="1200">
                  <a:solidFill>
                    <a:schemeClr val="lt1"/>
                  </a:solidFill>
                  <a:latin typeface="Montserrat Medium"/>
                  <a:ea typeface="Montserrat Medium"/>
                  <a:cs typeface="Montserrat Medium"/>
                  <a:sym typeface="Montserrat Medium"/>
                </a:rPr>
                <a:t>-2.0</a:t>
              </a:r>
              <a:endParaRPr sz="1200">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1200">
                <a:solidFill>
                  <a:schemeClr val="lt1"/>
                </a:solidFill>
                <a:latin typeface="Maven Pro"/>
                <a:ea typeface="Maven Pro"/>
                <a:cs typeface="Maven Pro"/>
                <a:sym typeface="Maven Pro"/>
              </a:endParaRPr>
            </a:p>
          </p:txBody>
        </p:sp>
        <p:cxnSp>
          <p:nvCxnSpPr>
            <p:cNvPr id="846" name="Google Shape;846;p59"/>
            <p:cNvCxnSpPr>
              <a:stCxn id="844" idx="0"/>
              <a:endCxn id="845" idx="2"/>
            </p:cNvCxnSpPr>
            <p:nvPr/>
          </p:nvCxnSpPr>
          <p:spPr>
            <a:xfrm flipH="1" rot="5400000">
              <a:off x="1844200" y="1590900"/>
              <a:ext cx="370200" cy="1557600"/>
            </a:xfrm>
            <a:prstGeom prst="curvedConnector3">
              <a:avLst>
                <a:gd fmla="val 50007" name="adj1"/>
              </a:avLst>
            </a:prstGeom>
            <a:noFill/>
            <a:ln cap="flat" cmpd="sng" w="19050">
              <a:solidFill>
                <a:schemeClr val="lt1"/>
              </a:solidFill>
              <a:prstDash val="solid"/>
              <a:round/>
              <a:headEnd len="med" w="med" type="none"/>
              <a:tailEnd len="med" w="med" type="stealth"/>
            </a:ln>
          </p:spPr>
        </p:cxnSp>
        <p:sp>
          <p:nvSpPr>
            <p:cNvPr id="847" name="Google Shape;847;p59"/>
            <p:cNvSpPr txBox="1"/>
            <p:nvPr/>
          </p:nvSpPr>
          <p:spPr>
            <a:xfrm>
              <a:off x="2006425" y="2433000"/>
              <a:ext cx="411600" cy="6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3700">
                  <a:solidFill>
                    <a:schemeClr val="lt1"/>
                  </a:solidFill>
                  <a:latin typeface="Maven Pro"/>
                  <a:ea typeface="Maven Pro"/>
                  <a:cs typeface="Maven Pro"/>
                  <a:sym typeface="Maven Pro"/>
                </a:rPr>
                <a:t>+</a:t>
              </a:r>
              <a:endParaRPr sz="3700">
                <a:solidFill>
                  <a:schemeClr val="lt1"/>
                </a:solidFill>
                <a:latin typeface="Maven Pro"/>
                <a:ea typeface="Maven Pro"/>
                <a:cs typeface="Maven Pro"/>
                <a:sym typeface="Maven Pro"/>
              </a:endParaRPr>
            </a:p>
          </p:txBody>
        </p:sp>
      </p:grpSp>
      <p:grpSp>
        <p:nvGrpSpPr>
          <p:cNvPr id="848" name="Google Shape;848;p59"/>
          <p:cNvGrpSpPr/>
          <p:nvPr/>
        </p:nvGrpSpPr>
        <p:grpSpPr>
          <a:xfrm>
            <a:off x="2445025" y="1416775"/>
            <a:ext cx="3015625" cy="1704200"/>
            <a:chOff x="2445025" y="1416775"/>
            <a:chExt cx="3015625" cy="1704200"/>
          </a:xfrm>
        </p:grpSpPr>
        <p:sp>
          <p:nvSpPr>
            <p:cNvPr id="849" name="Google Shape;849;p59"/>
            <p:cNvSpPr txBox="1"/>
            <p:nvPr/>
          </p:nvSpPr>
          <p:spPr>
            <a:xfrm>
              <a:off x="4725050" y="2539800"/>
              <a:ext cx="735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it" sz="1800">
                  <a:solidFill>
                    <a:schemeClr val="dk2"/>
                  </a:solidFill>
                  <a:latin typeface="Montserrat Medium"/>
                  <a:ea typeface="Montserrat Medium"/>
                  <a:cs typeface="Montserrat Medium"/>
                  <a:sym typeface="Montserrat Medium"/>
                </a:rPr>
                <a:t>R</a:t>
              </a:r>
              <a:r>
                <a:rPr baseline="-25000" lang="it" sz="1800">
                  <a:solidFill>
                    <a:schemeClr val="dk2"/>
                  </a:solidFill>
                  <a:latin typeface="Montserrat Medium"/>
                  <a:ea typeface="Montserrat Medium"/>
                  <a:cs typeface="Montserrat Medium"/>
                  <a:sym typeface="Montserrat Medium"/>
                </a:rPr>
                <a:t>sim</a:t>
              </a:r>
              <a:endParaRPr>
                <a:solidFill>
                  <a:schemeClr val="dk2"/>
                </a:solidFill>
              </a:endParaRPr>
            </a:p>
          </p:txBody>
        </p:sp>
        <p:sp>
          <p:nvSpPr>
            <p:cNvPr id="850" name="Google Shape;850;p59"/>
            <p:cNvSpPr/>
            <p:nvPr/>
          </p:nvSpPr>
          <p:spPr>
            <a:xfrm>
              <a:off x="2445025" y="1416775"/>
              <a:ext cx="2740200" cy="803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ontserrat Medium"/>
                  <a:ea typeface="Montserrat Medium"/>
                  <a:cs typeface="Montserrat Medium"/>
                  <a:sym typeface="Montserrat Medium"/>
                </a:rPr>
                <a:t>Similarity [P]</a:t>
              </a:r>
              <a:endParaRPr sz="1200">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rPr lang="it" sz="1200">
                  <a:solidFill>
                    <a:schemeClr val="lt1"/>
                  </a:solidFill>
                  <a:latin typeface="Maven Pro"/>
                  <a:ea typeface="Maven Pro"/>
                  <a:cs typeface="Maven Pro"/>
                  <a:sym typeface="Maven Pro"/>
                </a:rPr>
                <a:t>  </a:t>
              </a:r>
              <a:endParaRPr sz="12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1200">
                <a:solidFill>
                  <a:schemeClr val="lt1"/>
                </a:solidFill>
                <a:latin typeface="Maven Pro"/>
                <a:ea typeface="Maven Pro"/>
                <a:cs typeface="Maven Pro"/>
                <a:sym typeface="Maven Pro"/>
              </a:endParaRPr>
            </a:p>
          </p:txBody>
        </p:sp>
        <p:cxnSp>
          <p:nvCxnSpPr>
            <p:cNvPr id="851" name="Google Shape;851;p59"/>
            <p:cNvCxnSpPr>
              <a:stCxn id="849" idx="0"/>
              <a:endCxn id="850" idx="2"/>
            </p:cNvCxnSpPr>
            <p:nvPr/>
          </p:nvCxnSpPr>
          <p:spPr>
            <a:xfrm flipH="1" rot="5400000">
              <a:off x="4294250" y="1741200"/>
              <a:ext cx="319500" cy="1277700"/>
            </a:xfrm>
            <a:prstGeom prst="curvedConnector3">
              <a:avLst>
                <a:gd fmla="val 50020" name="adj1"/>
              </a:avLst>
            </a:prstGeom>
            <a:noFill/>
            <a:ln cap="flat" cmpd="sng" w="19050">
              <a:solidFill>
                <a:schemeClr val="lt1"/>
              </a:solidFill>
              <a:prstDash val="solid"/>
              <a:round/>
              <a:headEnd len="med" w="med" type="none"/>
              <a:tailEnd len="med" w="med" type="stealth"/>
            </a:ln>
          </p:spPr>
        </p:cxnSp>
        <p:pic>
          <p:nvPicPr>
            <p:cNvPr id="852" name="Google Shape;852;p59" title="equation (33).png"/>
            <p:cNvPicPr preferRelativeResize="0"/>
            <p:nvPr/>
          </p:nvPicPr>
          <p:blipFill>
            <a:blip r:embed="rId5">
              <a:alphaModFix/>
            </a:blip>
            <a:stretch>
              <a:fillRect/>
            </a:stretch>
          </p:blipFill>
          <p:spPr>
            <a:xfrm>
              <a:off x="2504200" y="1870625"/>
              <a:ext cx="2639049" cy="159675"/>
            </a:xfrm>
            <a:prstGeom prst="rect">
              <a:avLst/>
            </a:prstGeom>
            <a:noFill/>
            <a:ln>
              <a:noFill/>
            </a:ln>
          </p:spPr>
        </p:pic>
        <p:sp>
          <p:nvSpPr>
            <p:cNvPr id="853" name="Google Shape;853;p59"/>
            <p:cNvSpPr txBox="1"/>
            <p:nvPr/>
          </p:nvSpPr>
          <p:spPr>
            <a:xfrm>
              <a:off x="4380775" y="2424075"/>
              <a:ext cx="411600" cy="6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3700">
                  <a:solidFill>
                    <a:schemeClr val="lt1"/>
                  </a:solidFill>
                  <a:latin typeface="Maven Pro"/>
                  <a:ea typeface="Maven Pro"/>
                  <a:cs typeface="Maven Pro"/>
                  <a:sym typeface="Maven Pro"/>
                </a:rPr>
                <a:t>+</a:t>
              </a:r>
              <a:endParaRPr sz="3700">
                <a:solidFill>
                  <a:schemeClr val="lt1"/>
                </a:solidFill>
                <a:latin typeface="Maven Pro"/>
                <a:ea typeface="Maven Pro"/>
                <a:cs typeface="Maven Pro"/>
                <a:sym typeface="Maven Pro"/>
              </a:endParaRPr>
            </a:p>
          </p:txBody>
        </p:sp>
      </p:grpSp>
      <p:grpSp>
        <p:nvGrpSpPr>
          <p:cNvPr id="854" name="Google Shape;854;p59"/>
          <p:cNvGrpSpPr/>
          <p:nvPr/>
        </p:nvGrpSpPr>
        <p:grpSpPr>
          <a:xfrm>
            <a:off x="4317800" y="2415888"/>
            <a:ext cx="2740200" cy="1737013"/>
            <a:chOff x="4317800" y="2415888"/>
            <a:chExt cx="2740200" cy="1737013"/>
          </a:xfrm>
        </p:grpSpPr>
        <p:sp>
          <p:nvSpPr>
            <p:cNvPr id="855" name="Google Shape;855;p59"/>
            <p:cNvSpPr txBox="1"/>
            <p:nvPr/>
          </p:nvSpPr>
          <p:spPr>
            <a:xfrm>
              <a:off x="5940250" y="2587250"/>
              <a:ext cx="668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800">
                  <a:solidFill>
                    <a:srgbClr val="6AA84F"/>
                  </a:solidFill>
                  <a:latin typeface="Montserrat Medium"/>
                  <a:ea typeface="Montserrat Medium"/>
                  <a:cs typeface="Montserrat Medium"/>
                  <a:sym typeface="Montserrat Medium"/>
                </a:rPr>
                <a:t>R</a:t>
              </a:r>
              <a:r>
                <a:rPr baseline="-25000" lang="it" sz="1800">
                  <a:solidFill>
                    <a:srgbClr val="6AA84F"/>
                  </a:solidFill>
                  <a:latin typeface="Montserrat Medium"/>
                  <a:ea typeface="Montserrat Medium"/>
                  <a:cs typeface="Montserrat Medium"/>
                  <a:sym typeface="Montserrat Medium"/>
                </a:rPr>
                <a:t>tox</a:t>
              </a:r>
              <a:endParaRPr baseline="-25000">
                <a:solidFill>
                  <a:srgbClr val="6AA84F"/>
                </a:solidFill>
              </a:endParaRPr>
            </a:p>
          </p:txBody>
        </p:sp>
        <p:sp>
          <p:nvSpPr>
            <p:cNvPr id="856" name="Google Shape;856;p59"/>
            <p:cNvSpPr/>
            <p:nvPr/>
          </p:nvSpPr>
          <p:spPr>
            <a:xfrm>
              <a:off x="4317800" y="3288600"/>
              <a:ext cx="2740200" cy="864300"/>
            </a:xfrm>
            <a:prstGeom prst="roundRect">
              <a:avLst>
                <a:gd fmla="val 16667" name="adj"/>
              </a:avLst>
            </a:prstGeom>
            <a:solidFill>
              <a:schemeClr val="lt2"/>
            </a:solidFill>
            <a:ln cap="flat" cmpd="sng" w="9525">
              <a:solidFill>
                <a:srgbClr val="6AA84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ontserrat Medium"/>
                  <a:ea typeface="Montserrat Medium"/>
                  <a:cs typeface="Montserrat Medium"/>
                  <a:sym typeface="Montserrat Medium"/>
                </a:rPr>
                <a:t>Similarity [P]</a:t>
              </a:r>
              <a:endParaRPr sz="1200">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ctr">
                <a:spcBef>
                  <a:spcPts val="0"/>
                </a:spcBef>
                <a:spcAft>
                  <a:spcPts val="0"/>
                </a:spcAft>
                <a:buNone/>
              </a:pPr>
              <a:r>
                <a:rPr lang="it" sz="1200">
                  <a:solidFill>
                    <a:schemeClr val="lt1"/>
                  </a:solidFill>
                  <a:latin typeface="Maven Pro"/>
                  <a:ea typeface="Maven Pro"/>
                  <a:cs typeface="Maven Pro"/>
                  <a:sym typeface="Maven Pro"/>
                </a:rPr>
                <a:t>  </a:t>
              </a:r>
              <a:endParaRPr sz="12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1200">
                <a:solidFill>
                  <a:schemeClr val="lt1"/>
                </a:solidFill>
                <a:latin typeface="Maven Pro"/>
                <a:ea typeface="Maven Pro"/>
                <a:cs typeface="Maven Pro"/>
                <a:sym typeface="Maven Pro"/>
              </a:endParaRPr>
            </a:p>
          </p:txBody>
        </p:sp>
        <p:pic>
          <p:nvPicPr>
            <p:cNvPr id="857" name="Google Shape;857;p59" title="Screenshot 2026-02-13 170051.png"/>
            <p:cNvPicPr preferRelativeResize="0"/>
            <p:nvPr/>
          </p:nvPicPr>
          <p:blipFill>
            <a:blip r:embed="rId6">
              <a:alphaModFix/>
            </a:blip>
            <a:stretch>
              <a:fillRect/>
            </a:stretch>
          </p:blipFill>
          <p:spPr>
            <a:xfrm>
              <a:off x="5058824" y="3618375"/>
              <a:ext cx="1405500" cy="219754"/>
            </a:xfrm>
            <a:prstGeom prst="rect">
              <a:avLst/>
            </a:prstGeom>
            <a:noFill/>
            <a:ln>
              <a:noFill/>
            </a:ln>
          </p:spPr>
        </p:pic>
        <p:pic>
          <p:nvPicPr>
            <p:cNvPr id="858" name="Google Shape;858;p59" title="Screenshot 2026-02-13 170058.png"/>
            <p:cNvPicPr preferRelativeResize="0"/>
            <p:nvPr/>
          </p:nvPicPr>
          <p:blipFill>
            <a:blip r:embed="rId7">
              <a:alphaModFix/>
            </a:blip>
            <a:stretch>
              <a:fillRect/>
            </a:stretch>
          </p:blipFill>
          <p:spPr>
            <a:xfrm>
              <a:off x="4382000" y="3860625"/>
              <a:ext cx="2611800" cy="232200"/>
            </a:xfrm>
            <a:prstGeom prst="rect">
              <a:avLst/>
            </a:prstGeom>
            <a:noFill/>
            <a:ln>
              <a:noFill/>
            </a:ln>
          </p:spPr>
        </p:pic>
        <p:cxnSp>
          <p:nvCxnSpPr>
            <p:cNvPr id="859" name="Google Shape;859;p59"/>
            <p:cNvCxnSpPr>
              <a:stCxn id="855" idx="2"/>
              <a:endCxn id="856" idx="0"/>
            </p:cNvCxnSpPr>
            <p:nvPr/>
          </p:nvCxnSpPr>
          <p:spPr>
            <a:xfrm rot="5400000">
              <a:off x="5861200" y="2875550"/>
              <a:ext cx="239700" cy="586500"/>
            </a:xfrm>
            <a:prstGeom prst="curvedConnector3">
              <a:avLst>
                <a:gd fmla="val 49990" name="adj1"/>
              </a:avLst>
            </a:prstGeom>
            <a:noFill/>
            <a:ln cap="flat" cmpd="sng" w="19050">
              <a:solidFill>
                <a:schemeClr val="lt1"/>
              </a:solidFill>
              <a:prstDash val="solid"/>
              <a:round/>
              <a:headEnd len="med" w="med" type="none"/>
              <a:tailEnd len="med" w="med" type="stealth"/>
            </a:ln>
          </p:spPr>
        </p:cxnSp>
        <p:sp>
          <p:nvSpPr>
            <p:cNvPr id="860" name="Google Shape;860;p59"/>
            <p:cNvSpPr txBox="1"/>
            <p:nvPr/>
          </p:nvSpPr>
          <p:spPr>
            <a:xfrm>
              <a:off x="5494650" y="2415888"/>
              <a:ext cx="411600" cy="6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3700">
                  <a:solidFill>
                    <a:schemeClr val="lt1"/>
                  </a:solidFill>
                  <a:latin typeface="Maven Pro"/>
                  <a:ea typeface="Maven Pro"/>
                  <a:cs typeface="Maven Pro"/>
                  <a:sym typeface="Maven Pro"/>
                </a:rPr>
                <a:t>+</a:t>
              </a:r>
              <a:endParaRPr sz="3700">
                <a:solidFill>
                  <a:schemeClr val="lt1"/>
                </a:solidFill>
                <a:latin typeface="Maven Pro"/>
                <a:ea typeface="Maven Pro"/>
                <a:cs typeface="Maven Pro"/>
                <a:sym typeface="Maven Pro"/>
              </a:endParaRPr>
            </a:p>
          </p:txBody>
        </p:sp>
      </p:grpSp>
      <p:grpSp>
        <p:nvGrpSpPr>
          <p:cNvPr id="861" name="Google Shape;861;p59"/>
          <p:cNvGrpSpPr/>
          <p:nvPr/>
        </p:nvGrpSpPr>
        <p:grpSpPr>
          <a:xfrm>
            <a:off x="5498350" y="1435375"/>
            <a:ext cx="3415550" cy="3435500"/>
            <a:chOff x="5498350" y="1435375"/>
            <a:chExt cx="3415550" cy="3435500"/>
          </a:xfrm>
        </p:grpSpPr>
        <p:sp>
          <p:nvSpPr>
            <p:cNvPr id="862" name="Google Shape;862;p59"/>
            <p:cNvSpPr txBox="1"/>
            <p:nvPr/>
          </p:nvSpPr>
          <p:spPr>
            <a:xfrm>
              <a:off x="7062075" y="2539800"/>
              <a:ext cx="702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800">
                  <a:solidFill>
                    <a:srgbClr val="6AA84F"/>
                  </a:solidFill>
                  <a:latin typeface="Montserrat Medium"/>
                  <a:ea typeface="Montserrat Medium"/>
                  <a:cs typeface="Montserrat Medium"/>
                  <a:sym typeface="Montserrat Medium"/>
                </a:rPr>
                <a:t>R</a:t>
              </a:r>
              <a:r>
                <a:rPr baseline="-25000" lang="it" sz="1800">
                  <a:solidFill>
                    <a:srgbClr val="6AA84F"/>
                  </a:solidFill>
                  <a:latin typeface="Montserrat Medium"/>
                  <a:ea typeface="Montserrat Medium"/>
                  <a:cs typeface="Montserrat Medium"/>
                  <a:sym typeface="Montserrat Medium"/>
                </a:rPr>
                <a:t>flip</a:t>
              </a:r>
              <a:endParaRPr baseline="-25000" sz="1800">
                <a:solidFill>
                  <a:srgbClr val="6AA84F"/>
                </a:solidFill>
                <a:latin typeface="Montserrat Medium"/>
                <a:ea typeface="Montserrat Medium"/>
                <a:cs typeface="Montserrat Medium"/>
                <a:sym typeface="Montserrat Medium"/>
              </a:endParaRPr>
            </a:p>
          </p:txBody>
        </p:sp>
        <p:sp>
          <p:nvSpPr>
            <p:cNvPr id="863" name="Google Shape;863;p59"/>
            <p:cNvSpPr/>
            <p:nvPr/>
          </p:nvSpPr>
          <p:spPr>
            <a:xfrm>
              <a:off x="5498350" y="1435375"/>
              <a:ext cx="3204000" cy="864300"/>
            </a:xfrm>
            <a:prstGeom prst="roundRect">
              <a:avLst>
                <a:gd fmla="val 16667" name="adj"/>
              </a:avLst>
            </a:prstGeom>
            <a:solidFill>
              <a:schemeClr val="lt2"/>
            </a:solidFill>
            <a:ln cap="flat" cmpd="sng" w="9525">
              <a:solidFill>
                <a:srgbClr val="6AA84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ontserrat Medium"/>
                  <a:ea typeface="Montserrat Medium"/>
                  <a:cs typeface="Montserrat Medium"/>
                  <a:sym typeface="Montserrat Medium"/>
                </a:rPr>
                <a:t>Flip success [B] (Best case)</a:t>
              </a:r>
              <a:endParaRPr sz="1200">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ctr">
                <a:spcBef>
                  <a:spcPts val="0"/>
                </a:spcBef>
                <a:spcAft>
                  <a:spcPts val="0"/>
                </a:spcAft>
                <a:buNone/>
              </a:pPr>
              <a:r>
                <a:rPr lang="it" sz="1200">
                  <a:solidFill>
                    <a:schemeClr val="lt1"/>
                  </a:solidFill>
                  <a:latin typeface="Maven Pro"/>
                  <a:ea typeface="Maven Pro"/>
                  <a:cs typeface="Maven Pro"/>
                  <a:sym typeface="Maven Pro"/>
                </a:rPr>
                <a:t>  </a:t>
              </a:r>
              <a:endParaRPr sz="12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1200">
                <a:solidFill>
                  <a:schemeClr val="lt1"/>
                </a:solidFill>
                <a:latin typeface="Maven Pro"/>
                <a:ea typeface="Maven Pro"/>
                <a:cs typeface="Maven Pro"/>
                <a:sym typeface="Maven Pro"/>
              </a:endParaRPr>
            </a:p>
          </p:txBody>
        </p:sp>
        <p:cxnSp>
          <p:nvCxnSpPr>
            <p:cNvPr id="864" name="Google Shape;864;p59"/>
            <p:cNvCxnSpPr>
              <a:stCxn id="862" idx="0"/>
              <a:endCxn id="863" idx="2"/>
            </p:cNvCxnSpPr>
            <p:nvPr/>
          </p:nvCxnSpPr>
          <p:spPr>
            <a:xfrm flipH="1" rot="5400000">
              <a:off x="7136925" y="2263350"/>
              <a:ext cx="240000" cy="312900"/>
            </a:xfrm>
            <a:prstGeom prst="curvedConnector3">
              <a:avLst>
                <a:gd fmla="val 50026" name="adj1"/>
              </a:avLst>
            </a:prstGeom>
            <a:noFill/>
            <a:ln cap="flat" cmpd="sng" w="19050">
              <a:solidFill>
                <a:schemeClr val="lt1"/>
              </a:solidFill>
              <a:prstDash val="solid"/>
              <a:round/>
              <a:headEnd len="med" w="med" type="none"/>
              <a:tailEnd len="med" w="med" type="stealth"/>
            </a:ln>
          </p:spPr>
        </p:cxnSp>
        <p:sp>
          <p:nvSpPr>
            <p:cNvPr id="865" name="Google Shape;865;p59"/>
            <p:cNvSpPr/>
            <p:nvPr/>
          </p:nvSpPr>
          <p:spPr>
            <a:xfrm>
              <a:off x="6173700" y="4326675"/>
              <a:ext cx="2740200" cy="544200"/>
            </a:xfrm>
            <a:prstGeom prst="roundRect">
              <a:avLst>
                <a:gd fmla="val 16667" name="adj"/>
              </a:avLst>
            </a:prstGeom>
            <a:solidFill>
              <a:schemeClr val="lt2"/>
            </a:solidFill>
            <a:ln cap="flat" cmpd="sng" w="9525">
              <a:solidFill>
                <a:srgbClr val="6AA84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ontserrat Medium"/>
                  <a:ea typeface="Montserrat Medium"/>
                  <a:cs typeface="Montserrat Medium"/>
                  <a:sym typeface="Montserrat Medium"/>
                </a:rPr>
                <a:t>Flip success [B] (unlucky case): </a:t>
              </a:r>
              <a:endParaRPr sz="1200">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rPr lang="it" sz="1200">
                  <a:solidFill>
                    <a:schemeClr val="lt1"/>
                  </a:solidFill>
                  <a:latin typeface="Montserrat Medium"/>
                  <a:ea typeface="Montserrat Medium"/>
                  <a:cs typeface="Montserrat Medium"/>
                  <a:sym typeface="Montserrat Medium"/>
                </a:rPr>
                <a:t>+ </a:t>
              </a:r>
              <a:r>
                <a:rPr lang="it" sz="1200">
                  <a:solidFill>
                    <a:schemeClr val="lt1"/>
                  </a:solidFill>
                  <a:latin typeface="Montserrat Medium"/>
                  <a:ea typeface="Montserrat Medium"/>
                  <a:cs typeface="Montserrat Medium"/>
                  <a:sym typeface="Montserrat Medium"/>
                </a:rPr>
                <a:t>5.0</a:t>
              </a:r>
              <a:endParaRPr sz="1200">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ctr">
                <a:spcBef>
                  <a:spcPts val="0"/>
                </a:spcBef>
                <a:spcAft>
                  <a:spcPts val="0"/>
                </a:spcAft>
                <a:buNone/>
              </a:pPr>
              <a:r>
                <a:rPr lang="it" sz="1200">
                  <a:solidFill>
                    <a:schemeClr val="lt1"/>
                  </a:solidFill>
                  <a:latin typeface="Maven Pro"/>
                  <a:ea typeface="Maven Pro"/>
                  <a:cs typeface="Maven Pro"/>
                  <a:sym typeface="Maven Pro"/>
                </a:rPr>
                <a:t>  </a:t>
              </a:r>
              <a:endParaRPr sz="12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a:p>
              <a:pPr indent="0" lvl="0" marL="0" rtl="0" algn="l">
                <a:spcBef>
                  <a:spcPts val="0"/>
                </a:spcBef>
                <a:spcAft>
                  <a:spcPts val="0"/>
                </a:spcAft>
                <a:buNone/>
              </a:pPr>
              <a:r>
                <a:t/>
              </a:r>
              <a:endParaRPr sz="1200">
                <a:solidFill>
                  <a:schemeClr val="lt1"/>
                </a:solidFill>
                <a:latin typeface="Maven Pro"/>
                <a:ea typeface="Maven Pro"/>
                <a:cs typeface="Maven Pro"/>
                <a:sym typeface="Maven Pro"/>
              </a:endParaRPr>
            </a:p>
          </p:txBody>
        </p:sp>
        <p:cxnSp>
          <p:nvCxnSpPr>
            <p:cNvPr id="866" name="Google Shape;866;p59"/>
            <p:cNvCxnSpPr>
              <a:stCxn id="862" idx="2"/>
              <a:endCxn id="865" idx="0"/>
            </p:cNvCxnSpPr>
            <p:nvPr/>
          </p:nvCxnSpPr>
          <p:spPr>
            <a:xfrm flipH="1" rot="-5400000">
              <a:off x="6816075" y="3598800"/>
              <a:ext cx="1325100" cy="130500"/>
            </a:xfrm>
            <a:prstGeom prst="curvedConnector3">
              <a:avLst>
                <a:gd fmla="val 50003" name="adj1"/>
              </a:avLst>
            </a:prstGeom>
            <a:noFill/>
            <a:ln cap="flat" cmpd="sng" w="19050">
              <a:solidFill>
                <a:schemeClr val="lt1"/>
              </a:solidFill>
              <a:prstDash val="solid"/>
              <a:round/>
              <a:headEnd len="med" w="med" type="none"/>
              <a:tailEnd len="med" w="med" type="stealth"/>
            </a:ln>
          </p:spPr>
        </p:cxnSp>
        <p:pic>
          <p:nvPicPr>
            <p:cNvPr id="867" name="Google Shape;867;p59" title="equation (32).png"/>
            <p:cNvPicPr preferRelativeResize="0"/>
            <p:nvPr/>
          </p:nvPicPr>
          <p:blipFill>
            <a:blip r:embed="rId8">
              <a:alphaModFix/>
            </a:blip>
            <a:stretch>
              <a:fillRect/>
            </a:stretch>
          </p:blipFill>
          <p:spPr>
            <a:xfrm>
              <a:off x="5547949" y="1986787"/>
              <a:ext cx="3027946" cy="176875"/>
            </a:xfrm>
            <a:prstGeom prst="rect">
              <a:avLst/>
            </a:prstGeom>
            <a:noFill/>
            <a:ln>
              <a:noFill/>
            </a:ln>
          </p:spPr>
        </p:pic>
        <p:sp>
          <p:nvSpPr>
            <p:cNvPr id="868" name="Google Shape;868;p59"/>
            <p:cNvSpPr txBox="1"/>
            <p:nvPr/>
          </p:nvSpPr>
          <p:spPr>
            <a:xfrm>
              <a:off x="6600538" y="2430150"/>
              <a:ext cx="411600" cy="6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3700">
                  <a:solidFill>
                    <a:schemeClr val="lt1"/>
                  </a:solidFill>
                  <a:latin typeface="Maven Pro"/>
                  <a:ea typeface="Maven Pro"/>
                  <a:cs typeface="Maven Pro"/>
                  <a:sym typeface="Maven Pro"/>
                </a:rPr>
                <a:t>+</a:t>
              </a:r>
              <a:endParaRPr sz="3700">
                <a:solidFill>
                  <a:schemeClr val="lt1"/>
                </a:solidFill>
                <a:latin typeface="Maven Pro"/>
                <a:ea typeface="Maven Pro"/>
                <a:cs typeface="Maven Pro"/>
                <a:sym typeface="Maven Pro"/>
              </a:endParaRPr>
            </a:p>
          </p:txBody>
        </p:sp>
      </p:grpSp>
      <p:grpSp>
        <p:nvGrpSpPr>
          <p:cNvPr id="869" name="Google Shape;869;p59"/>
          <p:cNvGrpSpPr/>
          <p:nvPr/>
        </p:nvGrpSpPr>
        <p:grpSpPr>
          <a:xfrm>
            <a:off x="679300" y="2432150"/>
            <a:ext cx="868850" cy="696900"/>
            <a:chOff x="679300" y="2432150"/>
            <a:chExt cx="868850" cy="696900"/>
          </a:xfrm>
        </p:grpSpPr>
        <p:sp>
          <p:nvSpPr>
            <p:cNvPr id="870" name="Google Shape;870;p59"/>
            <p:cNvSpPr txBox="1"/>
            <p:nvPr/>
          </p:nvSpPr>
          <p:spPr>
            <a:xfrm>
              <a:off x="679300" y="2538300"/>
              <a:ext cx="556200" cy="5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2500">
                  <a:solidFill>
                    <a:schemeClr val="lt1"/>
                  </a:solidFill>
                  <a:latin typeface="Montserrat"/>
                  <a:ea typeface="Montserrat"/>
                  <a:cs typeface="Montserrat"/>
                  <a:sym typeface="Montserrat"/>
                </a:rPr>
                <a:t>R</a:t>
              </a:r>
              <a:r>
                <a:rPr b="1" baseline="-25000" lang="it" sz="2500">
                  <a:solidFill>
                    <a:schemeClr val="lt1"/>
                  </a:solidFill>
                  <a:latin typeface="Montserrat"/>
                  <a:ea typeface="Montserrat"/>
                  <a:cs typeface="Montserrat"/>
                  <a:sym typeface="Montserrat"/>
                </a:rPr>
                <a:t>t</a:t>
              </a:r>
              <a:endParaRPr b="1" baseline="-25000" sz="2500">
                <a:solidFill>
                  <a:schemeClr val="lt1"/>
                </a:solidFill>
                <a:latin typeface="Montserrat"/>
                <a:ea typeface="Montserrat"/>
                <a:cs typeface="Montserrat"/>
                <a:sym typeface="Montserrat"/>
              </a:endParaRPr>
            </a:p>
          </p:txBody>
        </p:sp>
        <p:sp>
          <p:nvSpPr>
            <p:cNvPr id="871" name="Google Shape;871;p59"/>
            <p:cNvSpPr txBox="1"/>
            <p:nvPr/>
          </p:nvSpPr>
          <p:spPr>
            <a:xfrm>
              <a:off x="1136550" y="2432150"/>
              <a:ext cx="411600" cy="6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3700">
                  <a:solidFill>
                    <a:schemeClr val="lt1"/>
                  </a:solidFill>
                  <a:latin typeface="Maven Pro"/>
                  <a:ea typeface="Maven Pro"/>
                  <a:cs typeface="Maven Pro"/>
                  <a:sym typeface="Maven Pro"/>
                </a:rPr>
                <a:t>=</a:t>
              </a:r>
              <a:endParaRPr sz="3700">
                <a:solidFill>
                  <a:schemeClr val="lt1"/>
                </a:solidFill>
                <a:latin typeface="Maven Pro"/>
                <a:ea typeface="Maven Pro"/>
                <a:cs typeface="Maven Pro"/>
                <a:sym typeface="Maven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pic>
        <p:nvPicPr>
          <p:cNvPr id="876" name="Google Shape;876;p60"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grpSp>
        <p:nvGrpSpPr>
          <p:cNvPr id="877" name="Google Shape;877;p60"/>
          <p:cNvGrpSpPr/>
          <p:nvPr/>
        </p:nvGrpSpPr>
        <p:grpSpPr>
          <a:xfrm>
            <a:off x="23100" y="1031975"/>
            <a:ext cx="6734387" cy="3760525"/>
            <a:chOff x="23100" y="1031975"/>
            <a:chExt cx="6667050" cy="3760525"/>
          </a:xfrm>
        </p:grpSpPr>
        <p:grpSp>
          <p:nvGrpSpPr>
            <p:cNvPr id="878" name="Google Shape;878;p60"/>
            <p:cNvGrpSpPr/>
            <p:nvPr/>
          </p:nvGrpSpPr>
          <p:grpSpPr>
            <a:xfrm>
              <a:off x="23100" y="2311950"/>
              <a:ext cx="2102550" cy="1227950"/>
              <a:chOff x="23100" y="2311950"/>
              <a:chExt cx="2102550" cy="1227950"/>
            </a:xfrm>
          </p:grpSpPr>
          <p:sp>
            <p:nvSpPr>
              <p:cNvPr id="879" name="Google Shape;879;p60"/>
              <p:cNvSpPr/>
              <p:nvPr/>
            </p:nvSpPr>
            <p:spPr>
              <a:xfrm>
                <a:off x="92850" y="2660600"/>
                <a:ext cx="1661100" cy="8793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chemeClr val="lt1"/>
                    </a:solidFill>
                    <a:latin typeface="Maven Pro"/>
                    <a:ea typeface="Maven Pro"/>
                    <a:cs typeface="Maven Pro"/>
                    <a:sym typeface="Maven Pro"/>
                  </a:rPr>
                  <a:t>GNN   embedding</a:t>
                </a:r>
                <a:endParaRPr>
                  <a:solidFill>
                    <a:schemeClr val="lt1"/>
                  </a:solidFill>
                  <a:latin typeface="Maven Pro"/>
                  <a:ea typeface="Maven Pro"/>
                  <a:cs typeface="Maven Pro"/>
                  <a:sym typeface="Maven Pro"/>
                </a:endParaRPr>
              </a:p>
            </p:txBody>
          </p:sp>
          <p:sp>
            <p:nvSpPr>
              <p:cNvPr id="880" name="Google Shape;880;p60"/>
              <p:cNvSpPr txBox="1"/>
              <p:nvPr/>
            </p:nvSpPr>
            <p:spPr>
              <a:xfrm>
                <a:off x="23100" y="2311950"/>
                <a:ext cx="1800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500">
                    <a:solidFill>
                      <a:schemeClr val="dk2"/>
                    </a:solidFill>
                    <a:latin typeface="Maven Pro"/>
                    <a:ea typeface="Maven Pro"/>
                    <a:cs typeface="Maven Pro"/>
                    <a:sym typeface="Maven Pro"/>
                  </a:rPr>
                  <a:t>INPUTS</a:t>
                </a:r>
                <a:endParaRPr>
                  <a:solidFill>
                    <a:schemeClr val="dk2"/>
                  </a:solidFill>
                </a:endParaRPr>
              </a:p>
            </p:txBody>
          </p:sp>
          <p:sp>
            <p:nvSpPr>
              <p:cNvPr id="881" name="Google Shape;881;p60"/>
              <p:cNvSpPr/>
              <p:nvPr/>
            </p:nvSpPr>
            <p:spPr>
              <a:xfrm>
                <a:off x="1277700" y="2878425"/>
                <a:ext cx="383400" cy="336900"/>
              </a:xfrm>
              <a:prstGeom prst="cube">
                <a:avLst>
                  <a:gd fmla="val 25000" name="adj"/>
                </a:avLst>
              </a:prstGeom>
              <a:solidFill>
                <a:schemeClr val="dk2"/>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cxnSp>
            <p:nvCxnSpPr>
              <p:cNvPr id="882" name="Google Shape;882;p60"/>
              <p:cNvCxnSpPr>
                <a:stCxn id="879" idx="3"/>
                <a:endCxn id="883" idx="1"/>
              </p:cNvCxnSpPr>
              <p:nvPr/>
            </p:nvCxnSpPr>
            <p:spPr>
              <a:xfrm flipH="1" rot="10800000">
                <a:off x="1753950" y="3090050"/>
                <a:ext cx="371700" cy="10200"/>
              </a:xfrm>
              <a:prstGeom prst="straightConnector1">
                <a:avLst/>
              </a:prstGeom>
              <a:noFill/>
              <a:ln cap="flat" cmpd="sng" w="19050">
                <a:solidFill>
                  <a:schemeClr val="lt1"/>
                </a:solidFill>
                <a:prstDash val="solid"/>
                <a:round/>
                <a:headEnd len="med" w="med" type="none"/>
                <a:tailEnd len="med" w="med" type="stealth"/>
              </a:ln>
            </p:spPr>
          </p:cxnSp>
        </p:grpSp>
        <p:sp>
          <p:nvSpPr>
            <p:cNvPr id="883" name="Google Shape;883;p60"/>
            <p:cNvSpPr/>
            <p:nvPr/>
          </p:nvSpPr>
          <p:spPr>
            <a:xfrm>
              <a:off x="2125650" y="1387500"/>
              <a:ext cx="4564500" cy="3405000"/>
            </a:xfrm>
            <a:prstGeom prst="roundRect">
              <a:avLst>
                <a:gd fmla="val 16667" name="adj"/>
              </a:avLst>
            </a:prstGeom>
            <a:solidFill>
              <a:schemeClr val="lt2"/>
            </a:solidFill>
            <a:ln cap="flat" cmpd="sng" w="2857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Maven Pro"/>
                <a:ea typeface="Maven Pro"/>
                <a:cs typeface="Maven Pro"/>
                <a:sym typeface="Maven Pro"/>
              </a:endParaRPr>
            </a:p>
          </p:txBody>
        </p:sp>
        <p:sp>
          <p:nvSpPr>
            <p:cNvPr id="884" name="Google Shape;884;p60"/>
            <p:cNvSpPr txBox="1"/>
            <p:nvPr/>
          </p:nvSpPr>
          <p:spPr>
            <a:xfrm>
              <a:off x="4011300" y="1031975"/>
              <a:ext cx="975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500">
                  <a:solidFill>
                    <a:schemeClr val="lt1"/>
                  </a:solidFill>
                  <a:latin typeface="Montserrat"/>
                  <a:ea typeface="Montserrat"/>
                  <a:cs typeface="Montserrat"/>
                  <a:sym typeface="Montserrat"/>
                </a:rPr>
                <a:t>DDQN</a:t>
              </a:r>
              <a:endParaRPr b="1">
                <a:latin typeface="Montserrat"/>
                <a:ea typeface="Montserrat"/>
                <a:cs typeface="Montserrat"/>
                <a:sym typeface="Montserrat"/>
              </a:endParaRPr>
            </a:p>
          </p:txBody>
        </p:sp>
      </p:grpSp>
      <p:grpSp>
        <p:nvGrpSpPr>
          <p:cNvPr id="885" name="Google Shape;885;p60"/>
          <p:cNvGrpSpPr/>
          <p:nvPr/>
        </p:nvGrpSpPr>
        <p:grpSpPr>
          <a:xfrm>
            <a:off x="6432825" y="2119876"/>
            <a:ext cx="2454200" cy="1802513"/>
            <a:chOff x="6432825" y="2119876"/>
            <a:chExt cx="2454200" cy="1802513"/>
          </a:xfrm>
        </p:grpSpPr>
        <p:cxnSp>
          <p:nvCxnSpPr>
            <p:cNvPr id="886" name="Google Shape;886;p60"/>
            <p:cNvCxnSpPr>
              <a:stCxn id="887" idx="5"/>
              <a:endCxn id="888" idx="1"/>
            </p:cNvCxnSpPr>
            <p:nvPr/>
          </p:nvCxnSpPr>
          <p:spPr>
            <a:xfrm>
              <a:off x="6432825" y="2119876"/>
              <a:ext cx="653700" cy="1051200"/>
            </a:xfrm>
            <a:prstGeom prst="curvedConnector3">
              <a:avLst>
                <a:gd fmla="val 49992" name="adj1"/>
              </a:avLst>
            </a:prstGeom>
            <a:noFill/>
            <a:ln cap="flat" cmpd="sng" w="19050">
              <a:solidFill>
                <a:schemeClr val="lt1"/>
              </a:solidFill>
              <a:prstDash val="solid"/>
              <a:round/>
              <a:headEnd len="med" w="med" type="none"/>
              <a:tailEnd len="med" w="med" type="stealth"/>
            </a:ln>
          </p:spPr>
        </p:cxnSp>
        <p:cxnSp>
          <p:nvCxnSpPr>
            <p:cNvPr id="889" name="Google Shape;889;p60"/>
            <p:cNvCxnSpPr>
              <a:stCxn id="890" idx="5"/>
              <a:endCxn id="888" idx="1"/>
            </p:cNvCxnSpPr>
            <p:nvPr/>
          </p:nvCxnSpPr>
          <p:spPr>
            <a:xfrm flipH="1" rot="10800000">
              <a:off x="6569775" y="3171190"/>
              <a:ext cx="516600" cy="751200"/>
            </a:xfrm>
            <a:prstGeom prst="curvedConnector3">
              <a:avLst>
                <a:gd fmla="val 50005" name="adj1"/>
              </a:avLst>
            </a:prstGeom>
            <a:noFill/>
            <a:ln cap="flat" cmpd="sng" w="19050">
              <a:solidFill>
                <a:schemeClr val="lt1"/>
              </a:solidFill>
              <a:prstDash val="solid"/>
              <a:round/>
              <a:headEnd len="med" w="med" type="none"/>
              <a:tailEnd len="med" w="med" type="stealth"/>
            </a:ln>
          </p:spPr>
        </p:cxnSp>
        <p:sp>
          <p:nvSpPr>
            <p:cNvPr id="891" name="Google Shape;891;p60"/>
            <p:cNvSpPr txBox="1"/>
            <p:nvPr/>
          </p:nvSpPr>
          <p:spPr>
            <a:xfrm>
              <a:off x="7458425" y="2350650"/>
              <a:ext cx="1114200" cy="33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chemeClr val="dk2"/>
                  </a:solidFill>
                  <a:latin typeface="Montserrat"/>
                  <a:ea typeface="Montserrat"/>
                  <a:cs typeface="Montserrat"/>
                  <a:sym typeface="Montserrat"/>
                </a:rPr>
                <a:t>OUTPUT </a:t>
              </a:r>
              <a:endParaRPr b="1">
                <a:solidFill>
                  <a:schemeClr val="dk2"/>
                </a:solidFill>
                <a:latin typeface="Montserrat"/>
                <a:ea typeface="Montserrat"/>
                <a:cs typeface="Montserrat"/>
                <a:sym typeface="Montserrat"/>
              </a:endParaRPr>
            </a:p>
          </p:txBody>
        </p:sp>
        <p:sp>
          <p:nvSpPr>
            <p:cNvPr id="888" name="Google Shape;888;p60"/>
            <p:cNvSpPr/>
            <p:nvPr/>
          </p:nvSpPr>
          <p:spPr>
            <a:xfrm>
              <a:off x="7086425" y="2647950"/>
              <a:ext cx="1800600" cy="10464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Estimated Q-value</a:t>
              </a:r>
              <a:endParaRPr>
                <a:solidFill>
                  <a:schemeClr val="lt1"/>
                </a:solidFill>
                <a:latin typeface="Maven Pro"/>
                <a:ea typeface="Maven Pro"/>
                <a:cs typeface="Maven Pro"/>
                <a:sym typeface="Maven Pro"/>
              </a:endParaRPr>
            </a:p>
          </p:txBody>
        </p:sp>
        <p:pic>
          <p:nvPicPr>
            <p:cNvPr id="892" name="Google Shape;892;p60" title="Screenshot 2026-02-13 192426.png"/>
            <p:cNvPicPr preferRelativeResize="0"/>
            <p:nvPr/>
          </p:nvPicPr>
          <p:blipFill>
            <a:blip r:embed="rId4">
              <a:alphaModFix/>
            </a:blip>
            <a:stretch>
              <a:fillRect/>
            </a:stretch>
          </p:blipFill>
          <p:spPr>
            <a:xfrm>
              <a:off x="7086425" y="3263900"/>
              <a:ext cx="1737700" cy="279400"/>
            </a:xfrm>
            <a:prstGeom prst="rect">
              <a:avLst/>
            </a:prstGeom>
            <a:noFill/>
            <a:ln>
              <a:noFill/>
            </a:ln>
          </p:spPr>
        </p:pic>
      </p:grpSp>
      <p:sp>
        <p:nvSpPr>
          <p:cNvPr id="893" name="Google Shape;893;p60"/>
          <p:cNvSpPr txBox="1"/>
          <p:nvPr>
            <p:ph type="title"/>
          </p:nvPr>
        </p:nvSpPr>
        <p:spPr>
          <a:xfrm>
            <a:off x="1297500" y="393750"/>
            <a:ext cx="46992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DDQN</a:t>
            </a:r>
            <a:r>
              <a:rPr lang="it">
                <a:latin typeface="Montserrat"/>
                <a:ea typeface="Montserrat"/>
                <a:cs typeface="Montserrat"/>
                <a:sym typeface="Montserrat"/>
              </a:rPr>
              <a:t> - </a:t>
            </a:r>
            <a:r>
              <a:rPr lang="it" sz="2000">
                <a:latin typeface="Montserrat"/>
                <a:ea typeface="Montserrat"/>
                <a:cs typeface="Montserrat"/>
                <a:sym typeface="Montserrat"/>
              </a:rPr>
              <a:t>Agent</a:t>
            </a:r>
            <a:endParaRPr sz="2000">
              <a:latin typeface="Montserrat"/>
              <a:ea typeface="Montserrat"/>
              <a:cs typeface="Montserrat"/>
              <a:sym typeface="Montserrat"/>
            </a:endParaRPr>
          </a:p>
        </p:txBody>
      </p:sp>
      <p:grpSp>
        <p:nvGrpSpPr>
          <p:cNvPr id="894" name="Google Shape;894;p60"/>
          <p:cNvGrpSpPr/>
          <p:nvPr/>
        </p:nvGrpSpPr>
        <p:grpSpPr>
          <a:xfrm>
            <a:off x="2473275" y="1356300"/>
            <a:ext cx="1609875" cy="3324050"/>
            <a:chOff x="2473275" y="1356300"/>
            <a:chExt cx="1609875" cy="3324050"/>
          </a:xfrm>
        </p:grpSpPr>
        <p:sp>
          <p:nvSpPr>
            <p:cNvPr id="895" name="Google Shape;895;p60"/>
            <p:cNvSpPr txBox="1"/>
            <p:nvPr/>
          </p:nvSpPr>
          <p:spPr>
            <a:xfrm>
              <a:off x="2654550" y="1356300"/>
              <a:ext cx="1428600" cy="32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200">
                  <a:solidFill>
                    <a:schemeClr val="lt1"/>
                  </a:solidFill>
                  <a:latin typeface="Montserrat"/>
                  <a:ea typeface="Montserrat"/>
                  <a:cs typeface="Montserrat"/>
                  <a:sym typeface="Montserrat"/>
                </a:rPr>
                <a:t>FEAT LAYERS</a:t>
              </a:r>
              <a:endParaRPr b="1" sz="1200">
                <a:solidFill>
                  <a:schemeClr val="lt1"/>
                </a:solidFill>
                <a:latin typeface="Montserrat"/>
                <a:ea typeface="Montserrat"/>
                <a:cs typeface="Montserrat"/>
                <a:sym typeface="Montserrat"/>
              </a:endParaRPr>
            </a:p>
          </p:txBody>
        </p:sp>
        <p:sp>
          <p:nvSpPr>
            <p:cNvPr id="896" name="Google Shape;896;p60"/>
            <p:cNvSpPr/>
            <p:nvPr/>
          </p:nvSpPr>
          <p:spPr>
            <a:xfrm>
              <a:off x="2516550" y="1744513"/>
              <a:ext cx="1428600" cy="610500"/>
            </a:xfrm>
            <a:prstGeom prst="cube">
              <a:avLst>
                <a:gd fmla="val 25000" name="adj"/>
              </a:avLst>
            </a:prstGeom>
            <a:solidFill>
              <a:srgbClr val="3C78D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897" name="Google Shape;897;p60"/>
            <p:cNvSpPr/>
            <p:nvPr/>
          </p:nvSpPr>
          <p:spPr>
            <a:xfrm>
              <a:off x="2501000" y="2417725"/>
              <a:ext cx="1428600" cy="468000"/>
            </a:xfrm>
            <a:prstGeom prst="cube">
              <a:avLst>
                <a:gd fmla="val 25000" name="adj"/>
              </a:avLst>
            </a:prstGeom>
            <a:solidFill>
              <a:srgbClr val="6AA84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898" name="Google Shape;898;p60"/>
            <p:cNvSpPr/>
            <p:nvPr/>
          </p:nvSpPr>
          <p:spPr>
            <a:xfrm>
              <a:off x="2516000" y="2948650"/>
              <a:ext cx="1428600" cy="336900"/>
            </a:xfrm>
            <a:prstGeom prst="cube">
              <a:avLst>
                <a:gd fmla="val 25000" name="adj"/>
              </a:avLst>
            </a:prstGeom>
            <a:solidFill>
              <a:srgbClr val="E6913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ontserrat Medium"/>
                <a:ea typeface="Montserrat Medium"/>
                <a:cs typeface="Montserrat Medium"/>
                <a:sym typeface="Montserrat Medium"/>
              </a:endParaRPr>
            </a:p>
          </p:txBody>
        </p:sp>
        <p:sp>
          <p:nvSpPr>
            <p:cNvPr id="899" name="Google Shape;899;p60"/>
            <p:cNvSpPr/>
            <p:nvPr/>
          </p:nvSpPr>
          <p:spPr>
            <a:xfrm>
              <a:off x="2516550" y="3324900"/>
              <a:ext cx="1428600" cy="468000"/>
            </a:xfrm>
            <a:prstGeom prst="cube">
              <a:avLst>
                <a:gd fmla="val 25000" name="adj"/>
              </a:avLst>
            </a:prstGeom>
            <a:solidFill>
              <a:srgbClr val="3C78D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900" name="Google Shape;900;p60"/>
            <p:cNvSpPr/>
            <p:nvPr/>
          </p:nvSpPr>
          <p:spPr>
            <a:xfrm>
              <a:off x="2501000" y="3830050"/>
              <a:ext cx="1428600" cy="468000"/>
            </a:xfrm>
            <a:prstGeom prst="cube">
              <a:avLst>
                <a:gd fmla="val 25000" name="adj"/>
              </a:avLst>
            </a:prstGeom>
            <a:solidFill>
              <a:srgbClr val="6AA84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901" name="Google Shape;901;p60"/>
            <p:cNvSpPr/>
            <p:nvPr/>
          </p:nvSpPr>
          <p:spPr>
            <a:xfrm>
              <a:off x="2473275" y="4343450"/>
              <a:ext cx="1428600" cy="336900"/>
            </a:xfrm>
            <a:prstGeom prst="cube">
              <a:avLst>
                <a:gd fmla="val 25000" name="adj"/>
              </a:avLst>
            </a:prstGeom>
            <a:solidFill>
              <a:srgbClr val="E6913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Montserrat Medium"/>
                <a:ea typeface="Montserrat Medium"/>
                <a:cs typeface="Montserrat Medium"/>
                <a:sym typeface="Montserrat Medium"/>
              </a:endParaRPr>
            </a:p>
          </p:txBody>
        </p:sp>
        <p:cxnSp>
          <p:nvCxnSpPr>
            <p:cNvPr id="902" name="Google Shape;902;p60"/>
            <p:cNvCxnSpPr>
              <a:stCxn id="898" idx="4"/>
              <a:endCxn id="899" idx="4"/>
            </p:cNvCxnSpPr>
            <p:nvPr/>
          </p:nvCxnSpPr>
          <p:spPr>
            <a:xfrm flipH="1">
              <a:off x="3828275" y="3159213"/>
              <a:ext cx="32100" cy="458100"/>
            </a:xfrm>
            <a:prstGeom prst="curvedConnector3">
              <a:avLst>
                <a:gd fmla="val -1005919" name="adj1"/>
              </a:avLst>
            </a:prstGeom>
            <a:noFill/>
            <a:ln cap="flat" cmpd="sng" w="19050">
              <a:solidFill>
                <a:schemeClr val="lt1"/>
              </a:solidFill>
              <a:prstDash val="solid"/>
              <a:round/>
              <a:headEnd len="med" w="med" type="none"/>
              <a:tailEnd len="med" w="med" type="stealth"/>
            </a:ln>
          </p:spPr>
        </p:cxnSp>
        <p:cxnSp>
          <p:nvCxnSpPr>
            <p:cNvPr id="903" name="Google Shape;903;p60"/>
            <p:cNvCxnSpPr>
              <a:stCxn id="900" idx="4"/>
              <a:endCxn id="901" idx="4"/>
            </p:cNvCxnSpPr>
            <p:nvPr/>
          </p:nvCxnSpPr>
          <p:spPr>
            <a:xfrm>
              <a:off x="3812600" y="4122550"/>
              <a:ext cx="5100" cy="431400"/>
            </a:xfrm>
            <a:prstGeom prst="curvedConnector3">
              <a:avLst>
                <a:gd fmla="val 6963235" name="adj1"/>
              </a:avLst>
            </a:prstGeom>
            <a:noFill/>
            <a:ln cap="flat" cmpd="sng" w="19050">
              <a:solidFill>
                <a:schemeClr val="lt1"/>
              </a:solidFill>
              <a:prstDash val="solid"/>
              <a:round/>
              <a:headEnd len="med" w="med" type="none"/>
              <a:tailEnd len="med" w="med" type="stealth"/>
            </a:ln>
          </p:spPr>
        </p:cxnSp>
        <p:cxnSp>
          <p:nvCxnSpPr>
            <p:cNvPr id="904" name="Google Shape;904;p60"/>
            <p:cNvCxnSpPr>
              <a:stCxn id="896" idx="4"/>
              <a:endCxn id="897" idx="4"/>
            </p:cNvCxnSpPr>
            <p:nvPr/>
          </p:nvCxnSpPr>
          <p:spPr>
            <a:xfrm>
              <a:off x="3792525" y="2126075"/>
              <a:ext cx="20100" cy="584100"/>
            </a:xfrm>
            <a:prstGeom prst="curvedConnector3">
              <a:avLst>
                <a:gd fmla="val 1944030" name="adj1"/>
              </a:avLst>
            </a:prstGeom>
            <a:noFill/>
            <a:ln cap="flat" cmpd="sng" w="19050">
              <a:solidFill>
                <a:schemeClr val="lt1"/>
              </a:solidFill>
              <a:prstDash val="solid"/>
              <a:round/>
              <a:headEnd len="med" w="med" type="none"/>
              <a:tailEnd len="med" w="med" type="stealth"/>
            </a:ln>
          </p:spPr>
        </p:cxnSp>
        <p:cxnSp>
          <p:nvCxnSpPr>
            <p:cNvPr id="905" name="Google Shape;905;p60"/>
            <p:cNvCxnSpPr>
              <a:stCxn id="897" idx="4"/>
              <a:endCxn id="898" idx="4"/>
            </p:cNvCxnSpPr>
            <p:nvPr/>
          </p:nvCxnSpPr>
          <p:spPr>
            <a:xfrm>
              <a:off x="3812600" y="2710225"/>
              <a:ext cx="47700" cy="449100"/>
            </a:xfrm>
            <a:prstGeom prst="curvedConnector3">
              <a:avLst>
                <a:gd fmla="val 775943" name="adj1"/>
              </a:avLst>
            </a:prstGeom>
            <a:noFill/>
            <a:ln cap="flat" cmpd="sng" w="19050">
              <a:solidFill>
                <a:schemeClr val="lt1"/>
              </a:solidFill>
              <a:prstDash val="solid"/>
              <a:round/>
              <a:headEnd len="med" w="med" type="none"/>
              <a:tailEnd len="med" w="med" type="stealth"/>
            </a:ln>
          </p:spPr>
        </p:cxnSp>
        <p:cxnSp>
          <p:nvCxnSpPr>
            <p:cNvPr id="906" name="Google Shape;906;p60"/>
            <p:cNvCxnSpPr>
              <a:stCxn id="899" idx="4"/>
              <a:endCxn id="900" idx="4"/>
            </p:cNvCxnSpPr>
            <p:nvPr/>
          </p:nvCxnSpPr>
          <p:spPr>
            <a:xfrm flipH="1">
              <a:off x="3812550" y="3617400"/>
              <a:ext cx="15600" cy="505200"/>
            </a:xfrm>
            <a:prstGeom prst="curvedConnector3">
              <a:avLst>
                <a:gd fmla="val -2276442" name="adj1"/>
              </a:avLst>
            </a:prstGeom>
            <a:noFill/>
            <a:ln cap="flat" cmpd="sng" w="19050">
              <a:solidFill>
                <a:schemeClr val="lt1"/>
              </a:solidFill>
              <a:prstDash val="solid"/>
              <a:round/>
              <a:headEnd len="med" w="med" type="none"/>
              <a:tailEnd len="med" w="med" type="stealth"/>
            </a:ln>
          </p:spPr>
        </p:cxnSp>
        <p:pic>
          <p:nvPicPr>
            <p:cNvPr id="907" name="Google Shape;907;p60" title="equation (37).png"/>
            <p:cNvPicPr preferRelativeResize="0"/>
            <p:nvPr/>
          </p:nvPicPr>
          <p:blipFill>
            <a:blip r:embed="rId5">
              <a:alphaModFix/>
            </a:blip>
            <a:stretch>
              <a:fillRect/>
            </a:stretch>
          </p:blipFill>
          <p:spPr>
            <a:xfrm>
              <a:off x="2586285" y="2049700"/>
              <a:ext cx="1170575" cy="225650"/>
            </a:xfrm>
            <a:prstGeom prst="rect">
              <a:avLst/>
            </a:prstGeom>
            <a:noFill/>
            <a:ln>
              <a:noFill/>
            </a:ln>
          </p:spPr>
        </p:pic>
        <p:pic>
          <p:nvPicPr>
            <p:cNvPr id="908" name="Google Shape;908;p60" title="equation (38).png"/>
            <p:cNvPicPr preferRelativeResize="0"/>
            <p:nvPr/>
          </p:nvPicPr>
          <p:blipFill>
            <a:blip r:embed="rId6">
              <a:alphaModFix/>
            </a:blip>
            <a:stretch>
              <a:fillRect/>
            </a:stretch>
          </p:blipFill>
          <p:spPr>
            <a:xfrm>
              <a:off x="2568708" y="2618981"/>
              <a:ext cx="1201850" cy="200325"/>
            </a:xfrm>
            <a:prstGeom prst="rect">
              <a:avLst/>
            </a:prstGeom>
            <a:noFill/>
            <a:ln>
              <a:noFill/>
            </a:ln>
          </p:spPr>
        </p:pic>
        <p:pic>
          <p:nvPicPr>
            <p:cNvPr id="909" name="Google Shape;909;p60" title="equation (39).png"/>
            <p:cNvPicPr preferRelativeResize="0"/>
            <p:nvPr/>
          </p:nvPicPr>
          <p:blipFill>
            <a:blip r:embed="rId7">
              <a:alphaModFix/>
            </a:blip>
            <a:stretch>
              <a:fillRect/>
            </a:stretch>
          </p:blipFill>
          <p:spPr>
            <a:xfrm>
              <a:off x="2917558" y="3075808"/>
              <a:ext cx="500439" cy="171750"/>
            </a:xfrm>
            <a:prstGeom prst="rect">
              <a:avLst/>
            </a:prstGeom>
            <a:noFill/>
            <a:ln>
              <a:noFill/>
            </a:ln>
          </p:spPr>
        </p:pic>
        <p:pic>
          <p:nvPicPr>
            <p:cNvPr id="910" name="Google Shape;910;p60" title="equation (39).png"/>
            <p:cNvPicPr preferRelativeResize="0"/>
            <p:nvPr/>
          </p:nvPicPr>
          <p:blipFill>
            <a:blip r:embed="rId7">
              <a:alphaModFix/>
            </a:blip>
            <a:stretch>
              <a:fillRect/>
            </a:stretch>
          </p:blipFill>
          <p:spPr>
            <a:xfrm>
              <a:off x="2917558" y="4469808"/>
              <a:ext cx="500439" cy="171750"/>
            </a:xfrm>
            <a:prstGeom prst="rect">
              <a:avLst/>
            </a:prstGeom>
            <a:noFill/>
            <a:ln>
              <a:noFill/>
            </a:ln>
          </p:spPr>
        </p:pic>
        <p:pic>
          <p:nvPicPr>
            <p:cNvPr id="911" name="Google Shape;911;p60" title="equation (43).png"/>
            <p:cNvPicPr preferRelativeResize="0"/>
            <p:nvPr/>
          </p:nvPicPr>
          <p:blipFill>
            <a:blip r:embed="rId8">
              <a:alphaModFix/>
            </a:blip>
            <a:stretch>
              <a:fillRect/>
            </a:stretch>
          </p:blipFill>
          <p:spPr>
            <a:xfrm>
              <a:off x="2563063" y="3520958"/>
              <a:ext cx="1216996" cy="200325"/>
            </a:xfrm>
            <a:prstGeom prst="rect">
              <a:avLst/>
            </a:prstGeom>
            <a:noFill/>
            <a:ln>
              <a:noFill/>
            </a:ln>
          </p:spPr>
        </p:pic>
        <p:pic>
          <p:nvPicPr>
            <p:cNvPr id="912" name="Google Shape;912;p60" title="equation (44).png"/>
            <p:cNvPicPr preferRelativeResize="0"/>
            <p:nvPr/>
          </p:nvPicPr>
          <p:blipFill>
            <a:blip r:embed="rId9">
              <a:alphaModFix/>
            </a:blip>
            <a:stretch>
              <a:fillRect/>
            </a:stretch>
          </p:blipFill>
          <p:spPr>
            <a:xfrm>
              <a:off x="2564724" y="4048008"/>
              <a:ext cx="1201850" cy="172317"/>
            </a:xfrm>
            <a:prstGeom prst="rect">
              <a:avLst/>
            </a:prstGeom>
            <a:noFill/>
            <a:ln>
              <a:noFill/>
            </a:ln>
          </p:spPr>
        </p:pic>
      </p:grpSp>
      <p:grpSp>
        <p:nvGrpSpPr>
          <p:cNvPr id="913" name="Google Shape;913;p60"/>
          <p:cNvGrpSpPr/>
          <p:nvPr/>
        </p:nvGrpSpPr>
        <p:grpSpPr>
          <a:xfrm>
            <a:off x="3901875" y="1529375"/>
            <a:ext cx="2733900" cy="2940413"/>
            <a:chOff x="3901875" y="1529375"/>
            <a:chExt cx="2733900" cy="2940413"/>
          </a:xfrm>
        </p:grpSpPr>
        <p:grpSp>
          <p:nvGrpSpPr>
            <p:cNvPr id="914" name="Google Shape;914;p60"/>
            <p:cNvGrpSpPr/>
            <p:nvPr/>
          </p:nvGrpSpPr>
          <p:grpSpPr>
            <a:xfrm>
              <a:off x="3901875" y="1529375"/>
              <a:ext cx="2733900" cy="2940413"/>
              <a:chOff x="3901875" y="1529375"/>
              <a:chExt cx="2733900" cy="2940413"/>
            </a:xfrm>
          </p:grpSpPr>
          <p:sp>
            <p:nvSpPr>
              <p:cNvPr id="915" name="Google Shape;915;p60"/>
              <p:cNvSpPr/>
              <p:nvPr/>
            </p:nvSpPr>
            <p:spPr>
              <a:xfrm>
                <a:off x="4872975" y="1580325"/>
                <a:ext cx="1608900" cy="1059600"/>
              </a:xfrm>
              <a:prstGeom prst="roundRect">
                <a:avLst>
                  <a:gd fmla="val 16667" name="adj"/>
                </a:avLst>
              </a:prstGeom>
              <a:solidFill>
                <a:schemeClr val="lt2"/>
              </a:solidFill>
              <a:ln cap="flat" cmpd="sng" w="19050">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887" name="Google Shape;887;p60"/>
              <p:cNvSpPr/>
              <p:nvPr/>
            </p:nvSpPr>
            <p:spPr>
              <a:xfrm>
                <a:off x="4989225" y="1839150"/>
                <a:ext cx="1443600" cy="657300"/>
              </a:xfrm>
              <a:prstGeom prst="cube">
                <a:avLst>
                  <a:gd fmla="val 14582" name="adj"/>
                </a:avLst>
              </a:prstGeom>
              <a:solidFill>
                <a:srgbClr val="3C78D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p:txBody>
          </p:sp>
          <p:sp>
            <p:nvSpPr>
              <p:cNvPr id="916" name="Google Shape;916;p60"/>
              <p:cNvSpPr txBox="1"/>
              <p:nvPr/>
            </p:nvSpPr>
            <p:spPr>
              <a:xfrm>
                <a:off x="4907175" y="1529375"/>
                <a:ext cx="1525800" cy="3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200">
                    <a:solidFill>
                      <a:srgbClr val="38761D"/>
                    </a:solidFill>
                    <a:latin typeface="Montserrat"/>
                    <a:ea typeface="Montserrat"/>
                    <a:cs typeface="Montserrat"/>
                    <a:sym typeface="Montserrat"/>
                  </a:rPr>
                  <a:t>VALUE STREAM</a:t>
                </a:r>
                <a:endParaRPr b="1" sz="1200">
                  <a:solidFill>
                    <a:srgbClr val="38761D"/>
                  </a:solidFill>
                  <a:latin typeface="Montserrat"/>
                  <a:ea typeface="Montserrat"/>
                  <a:cs typeface="Montserrat"/>
                  <a:sym typeface="Montserrat"/>
                </a:endParaRPr>
              </a:p>
            </p:txBody>
          </p:sp>
          <p:sp>
            <p:nvSpPr>
              <p:cNvPr id="917" name="Google Shape;917;p60"/>
              <p:cNvSpPr/>
              <p:nvPr/>
            </p:nvSpPr>
            <p:spPr>
              <a:xfrm>
                <a:off x="4878375" y="3318650"/>
                <a:ext cx="1757400" cy="1038900"/>
              </a:xfrm>
              <a:prstGeom prst="roundRect">
                <a:avLst>
                  <a:gd fmla="val 16667" name="adj"/>
                </a:avLst>
              </a:prstGeom>
              <a:solidFill>
                <a:schemeClr val="lt2"/>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890" name="Google Shape;890;p60"/>
              <p:cNvSpPr/>
              <p:nvPr/>
            </p:nvSpPr>
            <p:spPr>
              <a:xfrm>
                <a:off x="4960875" y="3734150"/>
                <a:ext cx="1608900" cy="453000"/>
              </a:xfrm>
              <a:prstGeom prst="cube">
                <a:avLst>
                  <a:gd fmla="val 16892" name="adj"/>
                </a:avLst>
              </a:prstGeom>
              <a:solidFill>
                <a:srgbClr val="3C78D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p:txBody>
          </p:sp>
          <p:sp>
            <p:nvSpPr>
              <p:cNvPr id="918" name="Google Shape;918;p60"/>
              <p:cNvSpPr txBox="1"/>
              <p:nvPr/>
            </p:nvSpPr>
            <p:spPr>
              <a:xfrm>
                <a:off x="4835175" y="3318650"/>
                <a:ext cx="18006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100">
                    <a:solidFill>
                      <a:srgbClr val="C30003"/>
                    </a:solidFill>
                    <a:latin typeface="Montserrat"/>
                    <a:ea typeface="Montserrat"/>
                    <a:cs typeface="Montserrat"/>
                    <a:sym typeface="Montserrat"/>
                  </a:rPr>
                  <a:t>ADVANTAGE STREAM</a:t>
                </a:r>
                <a:endParaRPr b="1" sz="1100">
                  <a:solidFill>
                    <a:srgbClr val="C30003"/>
                  </a:solidFill>
                  <a:latin typeface="Montserrat"/>
                  <a:ea typeface="Montserrat"/>
                  <a:cs typeface="Montserrat"/>
                  <a:sym typeface="Montserrat"/>
                </a:endParaRPr>
              </a:p>
            </p:txBody>
          </p:sp>
          <p:cxnSp>
            <p:nvCxnSpPr>
              <p:cNvPr id="919" name="Google Shape;919;p60"/>
              <p:cNvCxnSpPr>
                <a:stCxn id="901" idx="5"/>
                <a:endCxn id="915" idx="1"/>
              </p:cNvCxnSpPr>
              <p:nvPr/>
            </p:nvCxnSpPr>
            <p:spPr>
              <a:xfrm flipH="1" rot="10800000">
                <a:off x="3901875" y="2109988"/>
                <a:ext cx="971100" cy="2359800"/>
              </a:xfrm>
              <a:prstGeom prst="bentConnector3">
                <a:avLst>
                  <a:gd fmla="val 50000" name="adj1"/>
                </a:avLst>
              </a:prstGeom>
              <a:noFill/>
              <a:ln cap="flat" cmpd="sng" w="19050">
                <a:solidFill>
                  <a:schemeClr val="lt1"/>
                </a:solidFill>
                <a:prstDash val="solid"/>
                <a:round/>
                <a:headEnd len="med" w="med" type="none"/>
                <a:tailEnd len="med" w="med" type="stealth"/>
              </a:ln>
            </p:spPr>
          </p:cxnSp>
          <p:cxnSp>
            <p:nvCxnSpPr>
              <p:cNvPr id="920" name="Google Shape;920;p60"/>
              <p:cNvCxnSpPr>
                <a:stCxn id="901" idx="5"/>
                <a:endCxn id="917" idx="1"/>
              </p:cNvCxnSpPr>
              <p:nvPr/>
            </p:nvCxnSpPr>
            <p:spPr>
              <a:xfrm flipH="1" rot="10800000">
                <a:off x="3901875" y="3837988"/>
                <a:ext cx="976500" cy="631800"/>
              </a:xfrm>
              <a:prstGeom prst="bentConnector3">
                <a:avLst>
                  <a:gd fmla="val 50000" name="adj1"/>
                </a:avLst>
              </a:prstGeom>
              <a:noFill/>
              <a:ln cap="flat" cmpd="sng" w="19050">
                <a:solidFill>
                  <a:schemeClr val="lt1"/>
                </a:solidFill>
                <a:prstDash val="solid"/>
                <a:round/>
                <a:headEnd len="med" w="med" type="none"/>
                <a:tailEnd len="med" w="med" type="stealth"/>
              </a:ln>
            </p:spPr>
          </p:cxnSp>
        </p:grpSp>
        <p:pic>
          <p:nvPicPr>
            <p:cNvPr id="921" name="Google Shape;921;p60" title="equation (45).png"/>
            <p:cNvPicPr preferRelativeResize="0"/>
            <p:nvPr/>
          </p:nvPicPr>
          <p:blipFill>
            <a:blip r:embed="rId10">
              <a:alphaModFix/>
            </a:blip>
            <a:stretch>
              <a:fillRect/>
            </a:stretch>
          </p:blipFill>
          <p:spPr>
            <a:xfrm>
              <a:off x="4988691" y="2085650"/>
              <a:ext cx="1317232" cy="225650"/>
            </a:xfrm>
            <a:prstGeom prst="rect">
              <a:avLst/>
            </a:prstGeom>
            <a:noFill/>
            <a:ln>
              <a:noFill/>
            </a:ln>
          </p:spPr>
        </p:pic>
        <p:pic>
          <p:nvPicPr>
            <p:cNvPr id="922" name="Google Shape;922;p60" title="equation (47).png"/>
            <p:cNvPicPr preferRelativeResize="0"/>
            <p:nvPr/>
          </p:nvPicPr>
          <p:blipFill>
            <a:blip r:embed="rId11">
              <a:alphaModFix/>
            </a:blip>
            <a:stretch>
              <a:fillRect/>
            </a:stretch>
          </p:blipFill>
          <p:spPr>
            <a:xfrm>
              <a:off x="4989263" y="3922401"/>
              <a:ext cx="1443500" cy="1752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id="927" name="Google Shape;927;p61"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sp>
        <p:nvSpPr>
          <p:cNvPr id="928" name="Google Shape;928;p61"/>
          <p:cNvSpPr txBox="1"/>
          <p:nvPr>
            <p:ph type="title"/>
          </p:nvPr>
        </p:nvSpPr>
        <p:spPr>
          <a:xfrm>
            <a:off x="1297500" y="393750"/>
            <a:ext cx="46992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DDQN</a:t>
            </a:r>
            <a:r>
              <a:rPr lang="it">
                <a:latin typeface="Montserrat"/>
                <a:ea typeface="Montserrat"/>
                <a:cs typeface="Montserrat"/>
                <a:sym typeface="Montserrat"/>
              </a:rPr>
              <a:t> - </a:t>
            </a:r>
            <a:r>
              <a:rPr lang="it" sz="2000">
                <a:latin typeface="Montserrat"/>
                <a:ea typeface="Montserrat"/>
                <a:cs typeface="Montserrat"/>
                <a:sym typeface="Montserrat"/>
              </a:rPr>
              <a:t>Weighted replay buffer</a:t>
            </a:r>
            <a:endParaRPr sz="2000">
              <a:latin typeface="Montserrat"/>
              <a:ea typeface="Montserrat"/>
              <a:cs typeface="Montserrat"/>
              <a:sym typeface="Montserrat"/>
            </a:endParaRPr>
          </a:p>
        </p:txBody>
      </p:sp>
      <p:grpSp>
        <p:nvGrpSpPr>
          <p:cNvPr id="929" name="Google Shape;929;p61"/>
          <p:cNvGrpSpPr/>
          <p:nvPr/>
        </p:nvGrpSpPr>
        <p:grpSpPr>
          <a:xfrm>
            <a:off x="6149758" y="456631"/>
            <a:ext cx="654046" cy="654185"/>
            <a:chOff x="3914300" y="1350000"/>
            <a:chExt cx="1273207" cy="1273228"/>
          </a:xfrm>
        </p:grpSpPr>
        <p:pic>
          <p:nvPicPr>
            <p:cNvPr id="930" name="Google Shape;930;p61"/>
            <p:cNvPicPr preferRelativeResize="0"/>
            <p:nvPr/>
          </p:nvPicPr>
          <p:blipFill rotWithShape="1">
            <a:blip r:embed="rId4">
              <a:alphaModFix/>
            </a:blip>
            <a:srcRect b="0" l="0" r="0" t="0"/>
            <a:stretch/>
          </p:blipFill>
          <p:spPr>
            <a:xfrm>
              <a:off x="3914300" y="1350000"/>
              <a:ext cx="1273200" cy="1273228"/>
            </a:xfrm>
            <a:prstGeom prst="rect">
              <a:avLst/>
            </a:prstGeom>
            <a:noFill/>
            <a:ln>
              <a:noFill/>
            </a:ln>
          </p:spPr>
        </p:pic>
        <p:sp>
          <p:nvSpPr>
            <p:cNvPr id="931" name="Google Shape;931;p61"/>
            <p:cNvSpPr txBox="1"/>
            <p:nvPr/>
          </p:nvSpPr>
          <p:spPr>
            <a:xfrm>
              <a:off x="3914307" y="1838263"/>
              <a:ext cx="1273200" cy="296700"/>
            </a:xfrm>
            <a:prstGeom prst="rect">
              <a:avLst/>
            </a:prstGeom>
            <a:noFill/>
            <a:ln>
              <a:noFill/>
            </a:ln>
          </p:spPr>
          <p:txBody>
            <a:bodyPr anchorCtr="0" anchor="ctr" bIns="46950" lIns="46950" spcFirstLastPara="1" rIns="46950" wrap="square" tIns="46950">
              <a:noAutofit/>
            </a:bodyPr>
            <a:lstStyle/>
            <a:p>
              <a:pPr indent="0" lvl="0" marL="0" rtl="0" algn="ctr">
                <a:spcBef>
                  <a:spcPts val="0"/>
                </a:spcBef>
                <a:spcAft>
                  <a:spcPts val="0"/>
                </a:spcAft>
                <a:buNone/>
              </a:pPr>
              <a:r>
                <a:rPr lang="it" sz="873">
                  <a:solidFill>
                    <a:schemeClr val="lt1"/>
                  </a:solidFill>
                  <a:latin typeface="Maven Pro"/>
                  <a:ea typeface="Maven Pro"/>
                  <a:cs typeface="Maven Pro"/>
                  <a:sym typeface="Maven Pro"/>
                </a:rPr>
                <a:t>UNIFORM</a:t>
              </a:r>
              <a:endParaRPr sz="873">
                <a:solidFill>
                  <a:schemeClr val="lt1"/>
                </a:solidFill>
                <a:latin typeface="Maven Pro"/>
                <a:ea typeface="Maven Pro"/>
                <a:cs typeface="Maven Pro"/>
                <a:sym typeface="Maven Pro"/>
              </a:endParaRPr>
            </a:p>
          </p:txBody>
        </p:sp>
        <p:sp>
          <p:nvSpPr>
            <p:cNvPr id="932" name="Google Shape;932;p61"/>
            <p:cNvSpPr/>
            <p:nvPr/>
          </p:nvSpPr>
          <p:spPr>
            <a:xfrm>
              <a:off x="4184176" y="1653356"/>
              <a:ext cx="125400" cy="1221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33" name="Google Shape;933;p61"/>
            <p:cNvSpPr/>
            <p:nvPr/>
          </p:nvSpPr>
          <p:spPr>
            <a:xfrm>
              <a:off x="4527063" y="1691781"/>
              <a:ext cx="125400" cy="1221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34" name="Google Shape;934;p61"/>
            <p:cNvSpPr/>
            <p:nvPr/>
          </p:nvSpPr>
          <p:spPr>
            <a:xfrm>
              <a:off x="4827626" y="1716181"/>
              <a:ext cx="125400" cy="1221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35" name="Google Shape;935;p61"/>
            <p:cNvSpPr/>
            <p:nvPr/>
          </p:nvSpPr>
          <p:spPr>
            <a:xfrm>
              <a:off x="4167226" y="2222481"/>
              <a:ext cx="125400" cy="1221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36" name="Google Shape;936;p61"/>
            <p:cNvSpPr/>
            <p:nvPr/>
          </p:nvSpPr>
          <p:spPr>
            <a:xfrm>
              <a:off x="4488201" y="2197806"/>
              <a:ext cx="125400" cy="1221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37" name="Google Shape;937;p61"/>
            <p:cNvSpPr/>
            <p:nvPr/>
          </p:nvSpPr>
          <p:spPr>
            <a:xfrm>
              <a:off x="4853026" y="2222481"/>
              <a:ext cx="125400" cy="1221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38" name="Google Shape;938;p61"/>
            <p:cNvSpPr/>
            <p:nvPr/>
          </p:nvSpPr>
          <p:spPr>
            <a:xfrm>
              <a:off x="4654076" y="2391806"/>
              <a:ext cx="125400" cy="1221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39" name="Google Shape;939;p61"/>
            <p:cNvSpPr/>
            <p:nvPr/>
          </p:nvSpPr>
          <p:spPr>
            <a:xfrm>
              <a:off x="4401676" y="1493831"/>
              <a:ext cx="125400" cy="1221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grpSp>
      <p:grpSp>
        <p:nvGrpSpPr>
          <p:cNvPr id="940" name="Google Shape;940;p61"/>
          <p:cNvGrpSpPr/>
          <p:nvPr/>
        </p:nvGrpSpPr>
        <p:grpSpPr>
          <a:xfrm>
            <a:off x="7090785" y="456637"/>
            <a:ext cx="654046" cy="654185"/>
            <a:chOff x="6352700" y="1350013"/>
            <a:chExt cx="1273207" cy="1273228"/>
          </a:xfrm>
        </p:grpSpPr>
        <p:pic>
          <p:nvPicPr>
            <p:cNvPr id="941" name="Google Shape;941;p61"/>
            <p:cNvPicPr preferRelativeResize="0"/>
            <p:nvPr/>
          </p:nvPicPr>
          <p:blipFill rotWithShape="1">
            <a:blip r:embed="rId4">
              <a:alphaModFix/>
            </a:blip>
            <a:srcRect b="0" l="0" r="0" t="0"/>
            <a:stretch/>
          </p:blipFill>
          <p:spPr>
            <a:xfrm>
              <a:off x="6352700" y="1350013"/>
              <a:ext cx="1273200" cy="1273228"/>
            </a:xfrm>
            <a:prstGeom prst="rect">
              <a:avLst/>
            </a:prstGeom>
            <a:noFill/>
            <a:ln>
              <a:noFill/>
            </a:ln>
          </p:spPr>
        </p:pic>
        <p:sp>
          <p:nvSpPr>
            <p:cNvPr id="942" name="Google Shape;942;p61"/>
            <p:cNvSpPr txBox="1"/>
            <p:nvPr/>
          </p:nvSpPr>
          <p:spPr>
            <a:xfrm>
              <a:off x="6352707" y="1838275"/>
              <a:ext cx="1273200" cy="296700"/>
            </a:xfrm>
            <a:prstGeom prst="rect">
              <a:avLst/>
            </a:prstGeom>
            <a:noFill/>
            <a:ln>
              <a:noFill/>
            </a:ln>
          </p:spPr>
          <p:txBody>
            <a:bodyPr anchorCtr="0" anchor="ctr" bIns="46975" lIns="46975" spcFirstLastPara="1" rIns="46975" wrap="square" tIns="46975">
              <a:noAutofit/>
            </a:bodyPr>
            <a:lstStyle/>
            <a:p>
              <a:pPr indent="0" lvl="0" marL="0" rtl="0" algn="ctr">
                <a:spcBef>
                  <a:spcPts val="0"/>
                </a:spcBef>
                <a:spcAft>
                  <a:spcPts val="0"/>
                </a:spcAft>
                <a:buNone/>
              </a:pPr>
              <a:r>
                <a:rPr lang="it" sz="873">
                  <a:solidFill>
                    <a:schemeClr val="lt1"/>
                  </a:solidFill>
                  <a:latin typeface="Maven Pro"/>
                  <a:ea typeface="Maven Pro"/>
                  <a:cs typeface="Maven Pro"/>
                  <a:sym typeface="Maven Pro"/>
                </a:rPr>
                <a:t>WEIGHTED</a:t>
              </a:r>
              <a:endParaRPr sz="873">
                <a:solidFill>
                  <a:schemeClr val="lt1"/>
                </a:solidFill>
                <a:latin typeface="Maven Pro"/>
                <a:ea typeface="Maven Pro"/>
                <a:cs typeface="Maven Pro"/>
                <a:sym typeface="Maven Pro"/>
              </a:endParaRPr>
            </a:p>
          </p:txBody>
        </p:sp>
        <p:sp>
          <p:nvSpPr>
            <p:cNvPr id="943" name="Google Shape;943;p61"/>
            <p:cNvSpPr/>
            <p:nvPr/>
          </p:nvSpPr>
          <p:spPr>
            <a:xfrm>
              <a:off x="6683201" y="1569681"/>
              <a:ext cx="125400" cy="1221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44" name="Google Shape;944;p61"/>
            <p:cNvSpPr/>
            <p:nvPr/>
          </p:nvSpPr>
          <p:spPr>
            <a:xfrm>
              <a:off x="7007050" y="1615922"/>
              <a:ext cx="203400" cy="1980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45" name="Google Shape;945;p61"/>
            <p:cNvSpPr/>
            <p:nvPr/>
          </p:nvSpPr>
          <p:spPr>
            <a:xfrm>
              <a:off x="6746700" y="2281477"/>
              <a:ext cx="64800" cy="630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46" name="Google Shape;946;p61"/>
            <p:cNvSpPr/>
            <p:nvPr/>
          </p:nvSpPr>
          <p:spPr>
            <a:xfrm>
              <a:off x="6965775" y="2319898"/>
              <a:ext cx="170100" cy="1656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47" name="Google Shape;947;p61"/>
            <p:cNvSpPr/>
            <p:nvPr/>
          </p:nvSpPr>
          <p:spPr>
            <a:xfrm>
              <a:off x="6508575" y="1703950"/>
              <a:ext cx="170100" cy="1656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48" name="Google Shape;948;p61"/>
            <p:cNvSpPr/>
            <p:nvPr/>
          </p:nvSpPr>
          <p:spPr>
            <a:xfrm>
              <a:off x="7318200" y="1806553"/>
              <a:ext cx="64800" cy="630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sp>
          <p:nvSpPr>
            <p:cNvPr id="949" name="Google Shape;949;p61"/>
            <p:cNvSpPr/>
            <p:nvPr/>
          </p:nvSpPr>
          <p:spPr>
            <a:xfrm>
              <a:off x="7135874" y="2121992"/>
              <a:ext cx="304800" cy="296700"/>
            </a:xfrm>
            <a:prstGeom prst="ellipse">
              <a:avLst/>
            </a:prstGeom>
            <a:solidFill>
              <a:schemeClr val="lt1"/>
            </a:solidFill>
            <a:ln>
              <a:noFill/>
            </a:ln>
          </p:spPr>
          <p:txBody>
            <a:bodyPr anchorCtr="0" anchor="ctr" bIns="33500" lIns="33500" spcFirstLastPara="1" rIns="33500" wrap="square" tIns="33500">
              <a:noAutofit/>
            </a:bodyPr>
            <a:lstStyle/>
            <a:p>
              <a:pPr indent="0" lvl="0" marL="0" marR="0" rtl="0" algn="l">
                <a:lnSpc>
                  <a:spcPct val="100000"/>
                </a:lnSpc>
                <a:spcBef>
                  <a:spcPts val="0"/>
                </a:spcBef>
                <a:spcAft>
                  <a:spcPts val="0"/>
                </a:spcAft>
                <a:buClr>
                  <a:srgbClr val="000000"/>
                </a:buClr>
                <a:buSzPts val="513"/>
                <a:buFont typeface="Arial"/>
                <a:buNone/>
              </a:pPr>
              <a:r>
                <a:t/>
              </a:r>
              <a:endParaRPr b="0" i="0" sz="512" u="none" cap="none" strike="noStrike">
                <a:solidFill>
                  <a:srgbClr val="000000"/>
                </a:solidFill>
                <a:latin typeface="Arial"/>
                <a:ea typeface="Arial"/>
                <a:cs typeface="Arial"/>
                <a:sym typeface="Arial"/>
              </a:endParaRPr>
            </a:p>
          </p:txBody>
        </p:sp>
      </p:grpSp>
      <p:grpSp>
        <p:nvGrpSpPr>
          <p:cNvPr id="950" name="Google Shape;950;p61"/>
          <p:cNvGrpSpPr/>
          <p:nvPr/>
        </p:nvGrpSpPr>
        <p:grpSpPr>
          <a:xfrm>
            <a:off x="2658000" y="1447450"/>
            <a:ext cx="2183100" cy="916200"/>
            <a:chOff x="2658000" y="1447450"/>
            <a:chExt cx="2183100" cy="916200"/>
          </a:xfrm>
        </p:grpSpPr>
        <p:grpSp>
          <p:nvGrpSpPr>
            <p:cNvPr id="951" name="Google Shape;951;p61"/>
            <p:cNvGrpSpPr/>
            <p:nvPr/>
          </p:nvGrpSpPr>
          <p:grpSpPr>
            <a:xfrm>
              <a:off x="3246000" y="1447450"/>
              <a:ext cx="1595100" cy="916200"/>
              <a:chOff x="4212900" y="1904650"/>
              <a:chExt cx="1595100" cy="916200"/>
            </a:xfrm>
          </p:grpSpPr>
          <p:pic>
            <p:nvPicPr>
              <p:cNvPr id="952" name="Google Shape;952;p61" title="equation (11).png"/>
              <p:cNvPicPr preferRelativeResize="0"/>
              <p:nvPr/>
            </p:nvPicPr>
            <p:blipFill>
              <a:blip r:embed="rId5">
                <a:alphaModFix/>
              </a:blip>
              <a:stretch>
                <a:fillRect/>
              </a:stretch>
            </p:blipFill>
            <p:spPr>
              <a:xfrm>
                <a:off x="4265400" y="2262250"/>
                <a:ext cx="1422194" cy="558600"/>
              </a:xfrm>
              <a:prstGeom prst="rect">
                <a:avLst/>
              </a:prstGeom>
              <a:noFill/>
              <a:ln>
                <a:noFill/>
              </a:ln>
            </p:spPr>
          </p:pic>
          <p:sp>
            <p:nvSpPr>
              <p:cNvPr id="953" name="Google Shape;953;p61"/>
              <p:cNvSpPr txBox="1"/>
              <p:nvPr/>
            </p:nvSpPr>
            <p:spPr>
              <a:xfrm>
                <a:off x="4212900" y="1904650"/>
                <a:ext cx="1595100" cy="3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200">
                    <a:solidFill>
                      <a:schemeClr val="lt1"/>
                    </a:solidFill>
                    <a:latin typeface="Maven Pro"/>
                    <a:ea typeface="Maven Pro"/>
                    <a:cs typeface="Maven Pro"/>
                    <a:sym typeface="Maven Pro"/>
                  </a:rPr>
                  <a:t>SAMPLING PROB.</a:t>
                </a:r>
                <a:endParaRPr b="1" sz="1200">
                  <a:solidFill>
                    <a:schemeClr val="lt1"/>
                  </a:solidFill>
                  <a:latin typeface="Maven Pro"/>
                  <a:ea typeface="Maven Pro"/>
                  <a:cs typeface="Maven Pro"/>
                  <a:sym typeface="Maven Pro"/>
                </a:endParaRPr>
              </a:p>
            </p:txBody>
          </p:sp>
        </p:grpSp>
        <p:cxnSp>
          <p:nvCxnSpPr>
            <p:cNvPr id="954" name="Google Shape;954;p61"/>
            <p:cNvCxnSpPr/>
            <p:nvPr/>
          </p:nvCxnSpPr>
          <p:spPr>
            <a:xfrm flipH="1" rot="10800000">
              <a:off x="2658000" y="2002800"/>
              <a:ext cx="512400" cy="7500"/>
            </a:xfrm>
            <a:prstGeom prst="straightConnector1">
              <a:avLst/>
            </a:prstGeom>
            <a:noFill/>
            <a:ln cap="flat" cmpd="sng" w="19050">
              <a:solidFill>
                <a:schemeClr val="lt1"/>
              </a:solidFill>
              <a:prstDash val="solid"/>
              <a:round/>
              <a:headEnd len="med" w="med" type="none"/>
              <a:tailEnd len="med" w="med" type="stealth"/>
            </a:ln>
          </p:spPr>
        </p:cxnSp>
      </p:grpSp>
      <p:grpSp>
        <p:nvGrpSpPr>
          <p:cNvPr id="955" name="Google Shape;955;p61"/>
          <p:cNvGrpSpPr/>
          <p:nvPr/>
        </p:nvGrpSpPr>
        <p:grpSpPr>
          <a:xfrm>
            <a:off x="835500" y="1550050"/>
            <a:ext cx="1655250" cy="591180"/>
            <a:chOff x="835500" y="1550050"/>
            <a:chExt cx="1655250" cy="591180"/>
          </a:xfrm>
        </p:grpSpPr>
        <p:sp>
          <p:nvSpPr>
            <p:cNvPr id="956" name="Google Shape;956;p61"/>
            <p:cNvSpPr txBox="1"/>
            <p:nvPr/>
          </p:nvSpPr>
          <p:spPr>
            <a:xfrm>
              <a:off x="835500" y="1550050"/>
              <a:ext cx="1162500" cy="44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200">
                  <a:solidFill>
                    <a:schemeClr val="lt1"/>
                  </a:solidFill>
                  <a:latin typeface="Maven Pro"/>
                  <a:ea typeface="Maven Pro"/>
                  <a:cs typeface="Maven Pro"/>
                  <a:sym typeface="Maven Pro"/>
                </a:rPr>
                <a:t>PRIORITY</a:t>
              </a:r>
              <a:endParaRPr b="1" sz="1200">
                <a:solidFill>
                  <a:schemeClr val="lt1"/>
                </a:solidFill>
                <a:latin typeface="Maven Pro"/>
                <a:ea typeface="Maven Pro"/>
                <a:cs typeface="Maven Pro"/>
                <a:sym typeface="Maven Pro"/>
              </a:endParaRPr>
            </a:p>
          </p:txBody>
        </p:sp>
        <p:pic>
          <p:nvPicPr>
            <p:cNvPr id="957" name="Google Shape;957;p61" title="equation (14).png"/>
            <p:cNvPicPr preferRelativeResize="0"/>
            <p:nvPr/>
          </p:nvPicPr>
          <p:blipFill>
            <a:blip r:embed="rId6">
              <a:alphaModFix/>
            </a:blip>
            <a:stretch>
              <a:fillRect/>
            </a:stretch>
          </p:blipFill>
          <p:spPr>
            <a:xfrm>
              <a:off x="908250" y="1839819"/>
              <a:ext cx="1582500" cy="301412"/>
            </a:xfrm>
            <a:prstGeom prst="rect">
              <a:avLst/>
            </a:prstGeom>
            <a:noFill/>
            <a:ln>
              <a:noFill/>
            </a:ln>
          </p:spPr>
        </p:pic>
      </p:grpSp>
      <p:grpSp>
        <p:nvGrpSpPr>
          <p:cNvPr id="958" name="Google Shape;958;p61"/>
          <p:cNvGrpSpPr/>
          <p:nvPr/>
        </p:nvGrpSpPr>
        <p:grpSpPr>
          <a:xfrm>
            <a:off x="2430900" y="2723150"/>
            <a:ext cx="3791900" cy="675600"/>
            <a:chOff x="2304200" y="2646950"/>
            <a:chExt cx="3791900" cy="675600"/>
          </a:xfrm>
        </p:grpSpPr>
        <p:sp>
          <p:nvSpPr>
            <p:cNvPr id="959" name="Google Shape;959;p61"/>
            <p:cNvSpPr/>
            <p:nvPr/>
          </p:nvSpPr>
          <p:spPr>
            <a:xfrm>
              <a:off x="2366200" y="2646950"/>
              <a:ext cx="3729900" cy="675600"/>
            </a:xfrm>
            <a:prstGeom prst="roundRect">
              <a:avLst>
                <a:gd fmla="val 16667" name="adj"/>
              </a:avLst>
            </a:pr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pic>
          <p:nvPicPr>
            <p:cNvPr id="960" name="Google Shape;960;p61" title="equation (15).png"/>
            <p:cNvPicPr preferRelativeResize="0"/>
            <p:nvPr/>
          </p:nvPicPr>
          <p:blipFill>
            <a:blip r:embed="rId7">
              <a:alphaModFix/>
            </a:blip>
            <a:stretch>
              <a:fillRect/>
            </a:stretch>
          </p:blipFill>
          <p:spPr>
            <a:xfrm>
              <a:off x="3823675" y="2799550"/>
              <a:ext cx="2116552" cy="330000"/>
            </a:xfrm>
            <a:prstGeom prst="rect">
              <a:avLst/>
            </a:prstGeom>
            <a:noFill/>
            <a:ln>
              <a:noFill/>
            </a:ln>
          </p:spPr>
        </p:pic>
        <p:sp>
          <p:nvSpPr>
            <p:cNvPr id="961" name="Google Shape;961;p61"/>
            <p:cNvSpPr txBox="1"/>
            <p:nvPr/>
          </p:nvSpPr>
          <p:spPr>
            <a:xfrm>
              <a:off x="2304200" y="2728800"/>
              <a:ext cx="1350000" cy="51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latin typeface="Maven Pro"/>
                  <a:ea typeface="Maven Pro"/>
                  <a:cs typeface="Maven Pro"/>
                  <a:sym typeface="Maven Pro"/>
                </a:rPr>
                <a:t>Correction:</a:t>
              </a:r>
              <a:endParaRPr b="1">
                <a:solidFill>
                  <a:schemeClr val="lt1"/>
                </a:solidFill>
                <a:latin typeface="Maven Pro"/>
                <a:ea typeface="Maven Pro"/>
                <a:cs typeface="Maven Pro"/>
                <a:sym typeface="Maven Pro"/>
              </a:endParaRPr>
            </a:p>
          </p:txBody>
        </p:sp>
      </p:grpSp>
      <p:grpSp>
        <p:nvGrpSpPr>
          <p:cNvPr id="962" name="Google Shape;962;p61"/>
          <p:cNvGrpSpPr/>
          <p:nvPr/>
        </p:nvGrpSpPr>
        <p:grpSpPr>
          <a:xfrm>
            <a:off x="2494191" y="3499938"/>
            <a:ext cx="4096959" cy="1577063"/>
            <a:chOff x="1297491" y="3447438"/>
            <a:chExt cx="4096959" cy="1577063"/>
          </a:xfrm>
        </p:grpSpPr>
        <p:sp>
          <p:nvSpPr>
            <p:cNvPr id="963" name="Google Shape;963;p61"/>
            <p:cNvSpPr txBox="1"/>
            <p:nvPr/>
          </p:nvSpPr>
          <p:spPr>
            <a:xfrm>
              <a:off x="2658000" y="3840025"/>
              <a:ext cx="2701800" cy="45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50">
                  <a:solidFill>
                    <a:schemeClr val="lt1"/>
                  </a:solidFill>
                  <a:latin typeface="Times New Roman"/>
                  <a:ea typeface="Times New Roman"/>
                  <a:cs typeface="Times New Roman"/>
                  <a:sym typeface="Times New Roman"/>
                </a:rPr>
                <a:t>ε = 1e-5</a:t>
              </a:r>
              <a:endParaRPr sz="3100">
                <a:solidFill>
                  <a:schemeClr val="lt1"/>
                </a:solidFill>
                <a:latin typeface="Maven Pro"/>
                <a:ea typeface="Maven Pro"/>
                <a:cs typeface="Maven Pro"/>
                <a:sym typeface="Maven Pro"/>
              </a:endParaRPr>
            </a:p>
          </p:txBody>
        </p:sp>
        <p:sp>
          <p:nvSpPr>
            <p:cNvPr id="964" name="Google Shape;964;p61"/>
            <p:cNvSpPr txBox="1"/>
            <p:nvPr/>
          </p:nvSpPr>
          <p:spPr>
            <a:xfrm>
              <a:off x="2678025" y="4568800"/>
              <a:ext cx="2435400" cy="45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500">
                  <a:solidFill>
                    <a:schemeClr val="lt1"/>
                  </a:solidFill>
                  <a:latin typeface="Maven Pro"/>
                  <a:ea typeface="Maven Pro"/>
                  <a:cs typeface="Maven Pro"/>
                  <a:sym typeface="Maven Pro"/>
                </a:rPr>
                <a:t>success-failure symmetry</a:t>
              </a:r>
              <a:endParaRPr sz="1500">
                <a:solidFill>
                  <a:schemeClr val="lt1"/>
                </a:solidFill>
                <a:latin typeface="Maven Pro"/>
                <a:ea typeface="Maven Pro"/>
                <a:cs typeface="Maven Pro"/>
                <a:sym typeface="Maven Pro"/>
              </a:endParaRPr>
            </a:p>
          </p:txBody>
        </p:sp>
        <p:sp>
          <p:nvSpPr>
            <p:cNvPr id="965" name="Google Shape;965;p61"/>
            <p:cNvSpPr txBox="1"/>
            <p:nvPr/>
          </p:nvSpPr>
          <p:spPr>
            <a:xfrm>
              <a:off x="2663700" y="3447438"/>
              <a:ext cx="2701800" cy="45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50">
                  <a:solidFill>
                    <a:schemeClr val="lt1"/>
                  </a:solidFill>
                  <a:latin typeface="Times New Roman"/>
                  <a:ea typeface="Times New Roman"/>
                  <a:cs typeface="Times New Roman"/>
                  <a:sym typeface="Times New Roman"/>
                </a:rPr>
                <a:t>α = 0.6</a:t>
              </a:r>
              <a:endParaRPr sz="3100">
                <a:solidFill>
                  <a:schemeClr val="lt1"/>
                </a:solidFill>
                <a:latin typeface="Maven Pro"/>
                <a:ea typeface="Maven Pro"/>
                <a:cs typeface="Maven Pro"/>
                <a:sym typeface="Maven Pro"/>
              </a:endParaRPr>
            </a:p>
          </p:txBody>
        </p:sp>
        <p:sp>
          <p:nvSpPr>
            <p:cNvPr id="966" name="Google Shape;966;p61"/>
            <p:cNvSpPr txBox="1"/>
            <p:nvPr/>
          </p:nvSpPr>
          <p:spPr>
            <a:xfrm>
              <a:off x="2692650" y="4221050"/>
              <a:ext cx="2701800" cy="45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750">
                  <a:solidFill>
                    <a:schemeClr val="lt1"/>
                  </a:solidFill>
                  <a:latin typeface="Times New Roman"/>
                  <a:ea typeface="Times New Roman"/>
                  <a:cs typeface="Times New Roman"/>
                  <a:sym typeface="Times New Roman"/>
                </a:rPr>
                <a:t>β - </a:t>
              </a:r>
              <a:r>
                <a:rPr lang="it" sz="1800">
                  <a:solidFill>
                    <a:schemeClr val="lt1"/>
                  </a:solidFill>
                  <a:latin typeface="Maven Pro"/>
                  <a:ea typeface="Maven Pro"/>
                  <a:cs typeface="Maven Pro"/>
                  <a:sym typeface="Maven Pro"/>
                </a:rPr>
                <a:t>annealing: 0.4→1.0 </a:t>
              </a:r>
              <a:endParaRPr sz="2400">
                <a:solidFill>
                  <a:schemeClr val="lt1"/>
                </a:solidFill>
                <a:latin typeface="Maven Pro"/>
                <a:ea typeface="Maven Pro"/>
                <a:cs typeface="Maven Pro"/>
                <a:sym typeface="Maven Pro"/>
              </a:endParaRPr>
            </a:p>
          </p:txBody>
        </p:sp>
        <p:sp>
          <p:nvSpPr>
            <p:cNvPr id="967" name="Google Shape;967;p61"/>
            <p:cNvSpPr/>
            <p:nvPr/>
          </p:nvSpPr>
          <p:spPr>
            <a:xfrm>
              <a:off x="1297491" y="4067863"/>
              <a:ext cx="291300" cy="291300"/>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Clr>
                  <a:srgbClr val="000000"/>
                </a:buClr>
                <a:buSzPts val="998"/>
                <a:buFont typeface="Arial"/>
                <a:buNone/>
              </a:pPr>
              <a:r>
                <a:t/>
              </a:r>
              <a:endParaRPr b="0" i="0" sz="998" u="none" cap="none" strike="noStrike">
                <a:solidFill>
                  <a:srgbClr val="000000"/>
                </a:solidFill>
                <a:latin typeface="Arial"/>
                <a:ea typeface="Arial"/>
                <a:cs typeface="Arial"/>
                <a:sym typeface="Arial"/>
              </a:endParaRPr>
            </a:p>
          </p:txBody>
        </p:sp>
        <p:cxnSp>
          <p:nvCxnSpPr>
            <p:cNvPr id="968" name="Google Shape;968;p61"/>
            <p:cNvCxnSpPr>
              <a:stCxn id="967" idx="6"/>
              <a:endCxn id="965" idx="1"/>
            </p:cNvCxnSpPr>
            <p:nvPr/>
          </p:nvCxnSpPr>
          <p:spPr>
            <a:xfrm flipH="1" rot="10800000">
              <a:off x="1588791" y="3675313"/>
              <a:ext cx="1074900" cy="538200"/>
            </a:xfrm>
            <a:prstGeom prst="curvedConnector3">
              <a:avLst>
                <a:gd fmla="val 50000" name="adj1"/>
              </a:avLst>
            </a:prstGeom>
            <a:noFill/>
            <a:ln cap="flat" cmpd="sng" w="19050">
              <a:solidFill>
                <a:schemeClr val="lt1"/>
              </a:solidFill>
              <a:prstDash val="solid"/>
              <a:round/>
              <a:headEnd len="med" w="med" type="none"/>
              <a:tailEnd len="med" w="med" type="stealth"/>
            </a:ln>
          </p:spPr>
        </p:cxnSp>
        <p:cxnSp>
          <p:nvCxnSpPr>
            <p:cNvPr id="969" name="Google Shape;969;p61"/>
            <p:cNvCxnSpPr>
              <a:stCxn id="967" idx="6"/>
              <a:endCxn id="963" idx="1"/>
            </p:cNvCxnSpPr>
            <p:nvPr/>
          </p:nvCxnSpPr>
          <p:spPr>
            <a:xfrm flipH="1" rot="10800000">
              <a:off x="1588791" y="4068013"/>
              <a:ext cx="1069200" cy="145500"/>
            </a:xfrm>
            <a:prstGeom prst="curvedConnector3">
              <a:avLst>
                <a:gd fmla="val 50000" name="adj1"/>
              </a:avLst>
            </a:prstGeom>
            <a:noFill/>
            <a:ln cap="flat" cmpd="sng" w="19050">
              <a:solidFill>
                <a:schemeClr val="lt1"/>
              </a:solidFill>
              <a:prstDash val="solid"/>
              <a:round/>
              <a:headEnd len="med" w="med" type="none"/>
              <a:tailEnd len="med" w="med" type="stealth"/>
            </a:ln>
          </p:spPr>
        </p:cxnSp>
        <p:cxnSp>
          <p:nvCxnSpPr>
            <p:cNvPr id="970" name="Google Shape;970;p61"/>
            <p:cNvCxnSpPr>
              <a:stCxn id="967" idx="6"/>
              <a:endCxn id="966" idx="1"/>
            </p:cNvCxnSpPr>
            <p:nvPr/>
          </p:nvCxnSpPr>
          <p:spPr>
            <a:xfrm>
              <a:off x="1588791" y="4213513"/>
              <a:ext cx="1104000" cy="235500"/>
            </a:xfrm>
            <a:prstGeom prst="curvedConnector3">
              <a:avLst>
                <a:gd fmla="val 49994" name="adj1"/>
              </a:avLst>
            </a:prstGeom>
            <a:noFill/>
            <a:ln cap="flat" cmpd="sng" w="19050">
              <a:solidFill>
                <a:schemeClr val="lt1"/>
              </a:solidFill>
              <a:prstDash val="solid"/>
              <a:round/>
              <a:headEnd len="med" w="med" type="none"/>
              <a:tailEnd len="med" w="med" type="stealth"/>
            </a:ln>
          </p:spPr>
        </p:cxnSp>
        <p:cxnSp>
          <p:nvCxnSpPr>
            <p:cNvPr id="971" name="Google Shape;971;p61"/>
            <p:cNvCxnSpPr>
              <a:stCxn id="967" idx="6"/>
              <a:endCxn id="964" idx="1"/>
            </p:cNvCxnSpPr>
            <p:nvPr/>
          </p:nvCxnSpPr>
          <p:spPr>
            <a:xfrm>
              <a:off x="1588791" y="4213513"/>
              <a:ext cx="1089300" cy="583200"/>
            </a:xfrm>
            <a:prstGeom prst="curvedConnector3">
              <a:avLst>
                <a:gd fmla="val 49997" name="adj1"/>
              </a:avLst>
            </a:prstGeom>
            <a:noFill/>
            <a:ln cap="flat" cmpd="sng" w="19050">
              <a:solidFill>
                <a:schemeClr val="lt1"/>
              </a:solidFill>
              <a:prstDash val="solid"/>
              <a:round/>
              <a:headEnd len="med" w="med" type="none"/>
              <a:tailEnd len="med" w="med" type="stealth"/>
            </a:ln>
          </p:spPr>
        </p:cxnSp>
      </p:grpSp>
      <p:grpSp>
        <p:nvGrpSpPr>
          <p:cNvPr id="972" name="Google Shape;972;p61"/>
          <p:cNvGrpSpPr/>
          <p:nvPr/>
        </p:nvGrpSpPr>
        <p:grpSpPr>
          <a:xfrm>
            <a:off x="4901700" y="1463825"/>
            <a:ext cx="3065724" cy="847576"/>
            <a:chOff x="4901700" y="1463825"/>
            <a:chExt cx="3065724" cy="847576"/>
          </a:xfrm>
        </p:grpSpPr>
        <p:grpSp>
          <p:nvGrpSpPr>
            <p:cNvPr id="973" name="Google Shape;973;p61"/>
            <p:cNvGrpSpPr/>
            <p:nvPr/>
          </p:nvGrpSpPr>
          <p:grpSpPr>
            <a:xfrm>
              <a:off x="4901700" y="1463825"/>
              <a:ext cx="2824950" cy="591775"/>
              <a:chOff x="4901700" y="1463825"/>
              <a:chExt cx="2824950" cy="591775"/>
            </a:xfrm>
          </p:grpSpPr>
          <p:cxnSp>
            <p:nvCxnSpPr>
              <p:cNvPr id="974" name="Google Shape;974;p61"/>
              <p:cNvCxnSpPr/>
              <p:nvPr/>
            </p:nvCxnSpPr>
            <p:spPr>
              <a:xfrm>
                <a:off x="4901700" y="2047800"/>
                <a:ext cx="540000" cy="7800"/>
              </a:xfrm>
              <a:prstGeom prst="straightConnector1">
                <a:avLst/>
              </a:prstGeom>
              <a:noFill/>
              <a:ln cap="flat" cmpd="sng" w="19050">
                <a:solidFill>
                  <a:schemeClr val="lt1"/>
                </a:solidFill>
                <a:prstDash val="solid"/>
                <a:round/>
                <a:headEnd len="med" w="med" type="none"/>
                <a:tailEnd len="med" w="med" type="stealth"/>
              </a:ln>
            </p:spPr>
          </p:cxnSp>
          <p:sp>
            <p:nvSpPr>
              <p:cNvPr id="975" name="Google Shape;975;p61"/>
              <p:cNvSpPr txBox="1"/>
              <p:nvPr/>
            </p:nvSpPr>
            <p:spPr>
              <a:xfrm>
                <a:off x="5596350" y="1463825"/>
                <a:ext cx="2130300" cy="3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200">
                    <a:solidFill>
                      <a:schemeClr val="lt1"/>
                    </a:solidFill>
                    <a:latin typeface="Maven Pro"/>
                    <a:ea typeface="Maven Pro"/>
                    <a:cs typeface="Maven Pro"/>
                    <a:sym typeface="Maven Pro"/>
                  </a:rPr>
                  <a:t>IMPORTANCE SAMPLING</a:t>
                </a:r>
                <a:endParaRPr b="1" sz="1200">
                  <a:solidFill>
                    <a:schemeClr val="lt1"/>
                  </a:solidFill>
                  <a:latin typeface="Maven Pro"/>
                  <a:ea typeface="Maven Pro"/>
                  <a:cs typeface="Maven Pro"/>
                  <a:sym typeface="Maven Pro"/>
                </a:endParaRPr>
              </a:p>
            </p:txBody>
          </p:sp>
        </p:grpSp>
        <p:pic>
          <p:nvPicPr>
            <p:cNvPr id="976" name="Google Shape;976;p61" title="equation (23).png"/>
            <p:cNvPicPr preferRelativeResize="0"/>
            <p:nvPr/>
          </p:nvPicPr>
          <p:blipFill>
            <a:blip r:embed="rId8">
              <a:alphaModFix/>
            </a:blip>
            <a:stretch>
              <a:fillRect/>
            </a:stretch>
          </p:blipFill>
          <p:spPr>
            <a:xfrm>
              <a:off x="5589900" y="1800000"/>
              <a:ext cx="2377524" cy="5114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grpSp>
        <p:nvGrpSpPr>
          <p:cNvPr id="981" name="Google Shape;981;p62"/>
          <p:cNvGrpSpPr/>
          <p:nvPr/>
        </p:nvGrpSpPr>
        <p:grpSpPr>
          <a:xfrm>
            <a:off x="1173300" y="1878125"/>
            <a:ext cx="6210000" cy="3145543"/>
            <a:chOff x="1173300" y="1878081"/>
            <a:chExt cx="6210000" cy="3054519"/>
          </a:xfrm>
        </p:grpSpPr>
        <p:sp>
          <p:nvSpPr>
            <p:cNvPr id="982" name="Google Shape;982;p62"/>
            <p:cNvSpPr/>
            <p:nvPr/>
          </p:nvSpPr>
          <p:spPr>
            <a:xfrm>
              <a:off x="1173300" y="2457600"/>
              <a:ext cx="6210000" cy="2475000"/>
            </a:xfrm>
            <a:prstGeom prst="roundRect">
              <a:avLst>
                <a:gd fmla="val 16667" name="adj"/>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983" name="Google Shape;983;p62"/>
            <p:cNvSpPr txBox="1"/>
            <p:nvPr/>
          </p:nvSpPr>
          <p:spPr>
            <a:xfrm>
              <a:off x="1411200" y="2108288"/>
              <a:ext cx="2223900" cy="45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lt1"/>
                  </a:solidFill>
                  <a:latin typeface="Maven Pro"/>
                  <a:ea typeface="Maven Pro"/>
                  <a:cs typeface="Maven Pro"/>
                  <a:sym typeface="Maven Pro"/>
                </a:rPr>
                <a:t>if </a:t>
              </a:r>
              <a:r>
                <a:rPr b="1" lang="it" sz="1200">
                  <a:solidFill>
                    <a:schemeClr val="lt1"/>
                  </a:solidFill>
                  <a:latin typeface="Maven Pro"/>
                  <a:ea typeface="Maven Pro"/>
                  <a:cs typeface="Maven Pro"/>
                  <a:sym typeface="Maven Pro"/>
                </a:rPr>
                <a:t>BUFFER &gt; BATCH</a:t>
              </a:r>
              <a:endParaRPr b="1" sz="1200">
                <a:solidFill>
                  <a:schemeClr val="lt1"/>
                </a:solidFill>
                <a:latin typeface="Maven Pro"/>
                <a:ea typeface="Maven Pro"/>
                <a:cs typeface="Maven Pro"/>
                <a:sym typeface="Maven Pro"/>
              </a:endParaRPr>
            </a:p>
          </p:txBody>
        </p:sp>
        <p:grpSp>
          <p:nvGrpSpPr>
            <p:cNvPr id="984" name="Google Shape;984;p62"/>
            <p:cNvGrpSpPr/>
            <p:nvPr/>
          </p:nvGrpSpPr>
          <p:grpSpPr>
            <a:xfrm>
              <a:off x="1335000" y="1878081"/>
              <a:ext cx="3308663" cy="1594819"/>
              <a:chOff x="1335000" y="1878081"/>
              <a:chExt cx="3308663" cy="1594819"/>
            </a:xfrm>
          </p:grpSpPr>
          <p:sp>
            <p:nvSpPr>
              <p:cNvPr id="985" name="Google Shape;985;p62"/>
              <p:cNvSpPr/>
              <p:nvPr/>
            </p:nvSpPr>
            <p:spPr>
              <a:xfrm>
                <a:off x="1335000" y="2864200"/>
                <a:ext cx="1333200" cy="608700"/>
              </a:xfrm>
              <a:prstGeom prst="cube">
                <a:avLst>
                  <a:gd fmla="val 25000" name="adj"/>
                </a:avLst>
              </a:prstGeom>
              <a:solidFill>
                <a:srgbClr val="38761D"/>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aven Pro"/>
                    <a:ea typeface="Maven Pro"/>
                    <a:cs typeface="Maven Pro"/>
                    <a:sym typeface="Maven Pro"/>
                  </a:rPr>
                  <a:t>IMPORTANCE SAMPLING</a:t>
                </a:r>
                <a:endParaRPr sz="1200">
                  <a:solidFill>
                    <a:schemeClr val="lt1"/>
                  </a:solidFill>
                  <a:latin typeface="Maven Pro"/>
                  <a:ea typeface="Maven Pro"/>
                  <a:cs typeface="Maven Pro"/>
                  <a:sym typeface="Maven Pro"/>
                </a:endParaRPr>
              </a:p>
            </p:txBody>
          </p:sp>
          <p:cxnSp>
            <p:nvCxnSpPr>
              <p:cNvPr id="986" name="Google Shape;986;p62"/>
              <p:cNvCxnSpPr>
                <a:stCxn id="987" idx="3"/>
                <a:endCxn id="985" idx="0"/>
              </p:cNvCxnSpPr>
              <p:nvPr/>
            </p:nvCxnSpPr>
            <p:spPr>
              <a:xfrm rot="5400000">
                <a:off x="2868713" y="1089231"/>
                <a:ext cx="986100" cy="2563800"/>
              </a:xfrm>
              <a:prstGeom prst="curvedConnector3">
                <a:avLst>
                  <a:gd fmla="val 64686" name="adj1"/>
                </a:avLst>
              </a:prstGeom>
              <a:noFill/>
              <a:ln cap="flat" cmpd="sng" w="19050">
                <a:solidFill>
                  <a:schemeClr val="lt1"/>
                </a:solidFill>
                <a:prstDash val="solid"/>
                <a:round/>
                <a:headEnd len="med" w="med" type="none"/>
                <a:tailEnd len="med" w="med" type="stealth"/>
              </a:ln>
            </p:spPr>
          </p:cxnSp>
        </p:grpSp>
      </p:grpSp>
      <p:pic>
        <p:nvPicPr>
          <p:cNvPr id="988" name="Google Shape;988;p62"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sp>
        <p:nvSpPr>
          <p:cNvPr id="989" name="Google Shape;989;p6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DDQN</a:t>
            </a:r>
            <a:r>
              <a:rPr lang="it">
                <a:latin typeface="Montserrat"/>
                <a:ea typeface="Montserrat"/>
                <a:cs typeface="Montserrat"/>
                <a:sym typeface="Montserrat"/>
              </a:rPr>
              <a:t> - Optimization</a:t>
            </a:r>
            <a:endParaRPr>
              <a:latin typeface="Montserrat"/>
              <a:ea typeface="Montserrat"/>
              <a:cs typeface="Montserrat"/>
              <a:sym typeface="Montserrat"/>
            </a:endParaRPr>
          </a:p>
        </p:txBody>
      </p:sp>
      <p:sp>
        <p:nvSpPr>
          <p:cNvPr id="990" name="Google Shape;990;p62"/>
          <p:cNvSpPr/>
          <p:nvPr/>
        </p:nvSpPr>
        <p:spPr>
          <a:xfrm>
            <a:off x="1782000" y="1288175"/>
            <a:ext cx="1156200" cy="571200"/>
          </a:xfrm>
          <a:prstGeom prst="cube">
            <a:avLst>
              <a:gd fmla="val 25000" name="adj"/>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SAMPLE STATE</a:t>
            </a:r>
            <a:endParaRPr>
              <a:solidFill>
                <a:schemeClr val="lt1"/>
              </a:solidFill>
              <a:latin typeface="Maven Pro"/>
              <a:ea typeface="Maven Pro"/>
              <a:cs typeface="Maven Pro"/>
              <a:sym typeface="Maven Pro"/>
            </a:endParaRPr>
          </a:p>
        </p:txBody>
      </p:sp>
      <p:grpSp>
        <p:nvGrpSpPr>
          <p:cNvPr id="991" name="Google Shape;991;p62"/>
          <p:cNvGrpSpPr/>
          <p:nvPr/>
        </p:nvGrpSpPr>
        <p:grpSpPr>
          <a:xfrm>
            <a:off x="2668200" y="2711175"/>
            <a:ext cx="1331250" cy="608700"/>
            <a:chOff x="2668200" y="2711175"/>
            <a:chExt cx="1331250" cy="608700"/>
          </a:xfrm>
        </p:grpSpPr>
        <p:sp>
          <p:nvSpPr>
            <p:cNvPr id="992" name="Google Shape;992;p62"/>
            <p:cNvSpPr/>
            <p:nvPr/>
          </p:nvSpPr>
          <p:spPr>
            <a:xfrm>
              <a:off x="3071550" y="2711175"/>
              <a:ext cx="927900" cy="608700"/>
            </a:xfrm>
            <a:prstGeom prst="cube">
              <a:avLst>
                <a:gd fmla="val 25000" name="adj"/>
              </a:avLst>
            </a:prstGeom>
            <a:solidFill>
              <a:srgbClr val="741B47"/>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aven Pro"/>
                  <a:ea typeface="Maven Pro"/>
                  <a:cs typeface="Maven Pro"/>
                  <a:sym typeface="Maven Pro"/>
                </a:rPr>
                <a:t>POLICY NET</a:t>
              </a:r>
              <a:endParaRPr sz="1200">
                <a:solidFill>
                  <a:schemeClr val="lt1"/>
                </a:solidFill>
                <a:latin typeface="Maven Pro"/>
                <a:ea typeface="Maven Pro"/>
                <a:cs typeface="Maven Pro"/>
                <a:sym typeface="Maven Pro"/>
              </a:endParaRPr>
            </a:p>
          </p:txBody>
        </p:sp>
        <p:cxnSp>
          <p:nvCxnSpPr>
            <p:cNvPr id="993" name="Google Shape;993;p62"/>
            <p:cNvCxnSpPr>
              <a:stCxn id="985" idx="5"/>
              <a:endCxn id="992" idx="2"/>
            </p:cNvCxnSpPr>
            <p:nvPr/>
          </p:nvCxnSpPr>
          <p:spPr>
            <a:xfrm flipH="1" rot="10800000">
              <a:off x="2668200" y="3091495"/>
              <a:ext cx="403500" cy="37200"/>
            </a:xfrm>
            <a:prstGeom prst="curvedConnector3">
              <a:avLst>
                <a:gd fmla="val 49981" name="adj1"/>
              </a:avLst>
            </a:prstGeom>
            <a:noFill/>
            <a:ln cap="flat" cmpd="sng" w="19050">
              <a:solidFill>
                <a:schemeClr val="lt1"/>
              </a:solidFill>
              <a:prstDash val="solid"/>
              <a:round/>
              <a:headEnd len="med" w="med" type="none"/>
              <a:tailEnd len="med" w="med" type="stealth"/>
            </a:ln>
          </p:spPr>
        </p:cxnSp>
      </p:grpSp>
      <p:grpSp>
        <p:nvGrpSpPr>
          <p:cNvPr id="994" name="Google Shape;994;p62"/>
          <p:cNvGrpSpPr/>
          <p:nvPr/>
        </p:nvGrpSpPr>
        <p:grpSpPr>
          <a:xfrm>
            <a:off x="3999450" y="2705151"/>
            <a:ext cx="2971350" cy="611424"/>
            <a:chOff x="3999450" y="2705151"/>
            <a:chExt cx="2971350" cy="611424"/>
          </a:xfrm>
        </p:grpSpPr>
        <p:sp>
          <p:nvSpPr>
            <p:cNvPr id="995" name="Google Shape;995;p62"/>
            <p:cNvSpPr/>
            <p:nvPr/>
          </p:nvSpPr>
          <p:spPr>
            <a:xfrm>
              <a:off x="5902800" y="2707875"/>
              <a:ext cx="1068000" cy="608700"/>
            </a:xfrm>
            <a:prstGeom prst="cube">
              <a:avLst>
                <a:gd fmla="val 25000" name="adj"/>
              </a:avLst>
            </a:prstGeom>
            <a:solidFill>
              <a:srgbClr val="45818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aven Pro"/>
                  <a:ea typeface="Maven Pro"/>
                  <a:cs typeface="Maven Pro"/>
                  <a:sym typeface="Maven Pro"/>
                </a:rPr>
                <a:t>TARGET NET</a:t>
              </a:r>
              <a:endParaRPr sz="1200">
                <a:solidFill>
                  <a:schemeClr val="lt1"/>
                </a:solidFill>
                <a:latin typeface="Maven Pro"/>
                <a:ea typeface="Maven Pro"/>
                <a:cs typeface="Maven Pro"/>
                <a:sym typeface="Maven Pro"/>
              </a:endParaRPr>
            </a:p>
          </p:txBody>
        </p:sp>
        <p:cxnSp>
          <p:nvCxnSpPr>
            <p:cNvPr id="996" name="Google Shape;996;p62"/>
            <p:cNvCxnSpPr>
              <a:stCxn id="992" idx="5"/>
              <a:endCxn id="995" idx="2"/>
            </p:cNvCxnSpPr>
            <p:nvPr/>
          </p:nvCxnSpPr>
          <p:spPr>
            <a:xfrm>
              <a:off x="3999450" y="2939438"/>
              <a:ext cx="1903500" cy="148800"/>
            </a:xfrm>
            <a:prstGeom prst="curvedConnector3">
              <a:avLst>
                <a:gd fmla="val 49996" name="adj1"/>
              </a:avLst>
            </a:prstGeom>
            <a:noFill/>
            <a:ln cap="flat" cmpd="sng" w="19050">
              <a:solidFill>
                <a:schemeClr val="lt1"/>
              </a:solidFill>
              <a:prstDash val="solid"/>
              <a:round/>
              <a:headEnd len="med" w="med" type="none"/>
              <a:tailEnd len="med" w="med" type="stealth"/>
            </a:ln>
          </p:spPr>
        </p:cxnSp>
        <p:sp>
          <p:nvSpPr>
            <p:cNvPr id="997" name="Google Shape;997;p62"/>
            <p:cNvSpPr txBox="1"/>
            <p:nvPr/>
          </p:nvSpPr>
          <p:spPr>
            <a:xfrm rot="153793">
              <a:off x="4391789" y="2725796"/>
              <a:ext cx="932433" cy="40871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000">
                  <a:solidFill>
                    <a:schemeClr val="lt1"/>
                  </a:solidFill>
                  <a:latin typeface="Maven Pro"/>
                  <a:ea typeface="Maven Pro"/>
                  <a:cs typeface="Maven Pro"/>
                  <a:sym typeface="Maven Pro"/>
                </a:rPr>
                <a:t>NEXT A</a:t>
              </a:r>
              <a:endParaRPr b="1" sz="1000">
                <a:solidFill>
                  <a:schemeClr val="lt1"/>
                </a:solidFill>
                <a:latin typeface="Maven Pro"/>
                <a:ea typeface="Maven Pro"/>
                <a:cs typeface="Maven Pro"/>
                <a:sym typeface="Maven Pro"/>
              </a:endParaRPr>
            </a:p>
          </p:txBody>
        </p:sp>
      </p:grpSp>
      <p:grpSp>
        <p:nvGrpSpPr>
          <p:cNvPr id="998" name="Google Shape;998;p62"/>
          <p:cNvGrpSpPr/>
          <p:nvPr/>
        </p:nvGrpSpPr>
        <p:grpSpPr>
          <a:xfrm>
            <a:off x="2938200" y="1269425"/>
            <a:ext cx="2512200" cy="608700"/>
            <a:chOff x="2938200" y="1269425"/>
            <a:chExt cx="2512200" cy="608700"/>
          </a:xfrm>
        </p:grpSpPr>
        <p:sp>
          <p:nvSpPr>
            <p:cNvPr id="987" name="Google Shape;987;p62"/>
            <p:cNvSpPr/>
            <p:nvPr/>
          </p:nvSpPr>
          <p:spPr>
            <a:xfrm>
              <a:off x="3989100" y="1269425"/>
              <a:ext cx="1461300" cy="608700"/>
            </a:xfrm>
            <a:prstGeom prst="cube">
              <a:avLst>
                <a:gd fmla="val 25000" name="adj"/>
              </a:avLst>
            </a:prstGeom>
            <a:solidFill>
              <a:srgbClr val="8E7CC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COLLECT EXPERIENCES</a:t>
              </a:r>
              <a:endParaRPr>
                <a:solidFill>
                  <a:schemeClr val="lt1"/>
                </a:solidFill>
                <a:latin typeface="Maven Pro"/>
                <a:ea typeface="Maven Pro"/>
                <a:cs typeface="Maven Pro"/>
                <a:sym typeface="Maven Pro"/>
              </a:endParaRPr>
            </a:p>
          </p:txBody>
        </p:sp>
        <p:cxnSp>
          <p:nvCxnSpPr>
            <p:cNvPr id="999" name="Google Shape;999;p62"/>
            <p:cNvCxnSpPr>
              <a:stCxn id="990" idx="5"/>
              <a:endCxn id="987" idx="2"/>
            </p:cNvCxnSpPr>
            <p:nvPr/>
          </p:nvCxnSpPr>
          <p:spPr>
            <a:xfrm>
              <a:off x="2938200" y="1502375"/>
              <a:ext cx="1050900" cy="147600"/>
            </a:xfrm>
            <a:prstGeom prst="curvedConnector3">
              <a:avLst>
                <a:gd fmla="val 50000" name="adj1"/>
              </a:avLst>
            </a:prstGeom>
            <a:noFill/>
            <a:ln cap="flat" cmpd="sng" w="19050">
              <a:solidFill>
                <a:schemeClr val="lt1"/>
              </a:solidFill>
              <a:prstDash val="solid"/>
              <a:round/>
              <a:headEnd len="med" w="med" type="none"/>
              <a:tailEnd len="med" w="med" type="stealth"/>
            </a:ln>
          </p:spPr>
        </p:cxnSp>
      </p:grpSp>
      <p:grpSp>
        <p:nvGrpSpPr>
          <p:cNvPr id="1000" name="Google Shape;1000;p62"/>
          <p:cNvGrpSpPr/>
          <p:nvPr/>
        </p:nvGrpSpPr>
        <p:grpSpPr>
          <a:xfrm>
            <a:off x="2846700" y="3190293"/>
            <a:ext cx="3525000" cy="1680832"/>
            <a:chOff x="2846700" y="3190293"/>
            <a:chExt cx="3525000" cy="1680832"/>
          </a:xfrm>
        </p:grpSpPr>
        <p:sp>
          <p:nvSpPr>
            <p:cNvPr id="1001" name="Google Shape;1001;p62"/>
            <p:cNvSpPr/>
            <p:nvPr/>
          </p:nvSpPr>
          <p:spPr>
            <a:xfrm>
              <a:off x="2846700" y="3745825"/>
              <a:ext cx="3525000" cy="1125300"/>
            </a:xfrm>
            <a:prstGeom prst="roundRect">
              <a:avLst>
                <a:gd fmla="val 16667" name="adj"/>
              </a:avLst>
            </a:prstGeom>
            <a:solidFill>
              <a:srgbClr val="666666"/>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pic>
          <p:nvPicPr>
            <p:cNvPr id="1002" name="Google Shape;1002;p62" title="equation (16).png"/>
            <p:cNvPicPr preferRelativeResize="0"/>
            <p:nvPr/>
          </p:nvPicPr>
          <p:blipFill>
            <a:blip r:embed="rId4">
              <a:alphaModFix/>
            </a:blip>
            <a:stretch>
              <a:fillRect/>
            </a:stretch>
          </p:blipFill>
          <p:spPr>
            <a:xfrm>
              <a:off x="2979674" y="4524764"/>
              <a:ext cx="3333051" cy="234060"/>
            </a:xfrm>
            <a:prstGeom prst="rect">
              <a:avLst/>
            </a:prstGeom>
            <a:noFill/>
            <a:ln>
              <a:noFill/>
            </a:ln>
          </p:spPr>
        </p:pic>
        <p:sp>
          <p:nvSpPr>
            <p:cNvPr id="1003" name="Google Shape;1003;p62"/>
            <p:cNvSpPr txBox="1"/>
            <p:nvPr/>
          </p:nvSpPr>
          <p:spPr>
            <a:xfrm>
              <a:off x="3574200" y="3670200"/>
              <a:ext cx="1980000" cy="3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300">
                  <a:solidFill>
                    <a:schemeClr val="lt1"/>
                  </a:solidFill>
                  <a:latin typeface="Maven Pro"/>
                  <a:ea typeface="Maven Pro"/>
                  <a:cs typeface="Maven Pro"/>
                  <a:sym typeface="Maven Pro"/>
                </a:rPr>
                <a:t>LOSS &amp; SOFT UPDATE</a:t>
              </a:r>
              <a:endParaRPr b="1" sz="1300">
                <a:solidFill>
                  <a:schemeClr val="lt1"/>
                </a:solidFill>
                <a:latin typeface="Maven Pro"/>
                <a:ea typeface="Maven Pro"/>
                <a:cs typeface="Maven Pro"/>
                <a:sym typeface="Maven Pro"/>
              </a:endParaRPr>
            </a:p>
          </p:txBody>
        </p:sp>
        <p:sp>
          <p:nvSpPr>
            <p:cNvPr id="1004" name="Google Shape;1004;p62"/>
            <p:cNvSpPr txBox="1"/>
            <p:nvPr/>
          </p:nvSpPr>
          <p:spPr>
            <a:xfrm rot="629569">
              <a:off x="3660194" y="3272906"/>
              <a:ext cx="932392" cy="27667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000">
                  <a:solidFill>
                    <a:schemeClr val="lt1"/>
                  </a:solidFill>
                  <a:latin typeface="Maven Pro"/>
                  <a:ea typeface="Maven Pro"/>
                  <a:cs typeface="Maven Pro"/>
                  <a:sym typeface="Maven Pro"/>
                </a:rPr>
                <a:t>CURRENT Q</a:t>
              </a:r>
              <a:endParaRPr b="1" sz="1000">
                <a:solidFill>
                  <a:schemeClr val="lt1"/>
                </a:solidFill>
                <a:latin typeface="Maven Pro"/>
                <a:ea typeface="Maven Pro"/>
                <a:cs typeface="Maven Pro"/>
                <a:sym typeface="Maven Pro"/>
              </a:endParaRPr>
            </a:p>
          </p:txBody>
        </p:sp>
        <p:sp>
          <p:nvSpPr>
            <p:cNvPr id="1005" name="Google Shape;1005;p62"/>
            <p:cNvSpPr txBox="1"/>
            <p:nvPr/>
          </p:nvSpPr>
          <p:spPr>
            <a:xfrm rot="-312820">
              <a:off x="4991064" y="3251227"/>
              <a:ext cx="808846" cy="408525"/>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000">
                  <a:solidFill>
                    <a:schemeClr val="lt1"/>
                  </a:solidFill>
                  <a:latin typeface="Maven Pro"/>
                  <a:ea typeface="Maven Pro"/>
                  <a:cs typeface="Maven Pro"/>
                  <a:sym typeface="Maven Pro"/>
                </a:rPr>
                <a:t>TARGET Q</a:t>
              </a:r>
              <a:endParaRPr b="1" sz="1000">
                <a:solidFill>
                  <a:schemeClr val="lt1"/>
                </a:solidFill>
                <a:latin typeface="Maven Pro"/>
                <a:ea typeface="Maven Pro"/>
                <a:cs typeface="Maven Pro"/>
                <a:sym typeface="Maven Pro"/>
              </a:endParaRPr>
            </a:p>
          </p:txBody>
        </p:sp>
        <p:cxnSp>
          <p:nvCxnSpPr>
            <p:cNvPr id="1006" name="Google Shape;1006;p62"/>
            <p:cNvCxnSpPr>
              <a:stCxn id="992" idx="3"/>
              <a:endCxn id="1003" idx="0"/>
            </p:cNvCxnSpPr>
            <p:nvPr/>
          </p:nvCxnSpPr>
          <p:spPr>
            <a:xfrm flipH="1" rot="-5400000">
              <a:off x="3836663" y="2942625"/>
              <a:ext cx="350400" cy="1104900"/>
            </a:xfrm>
            <a:prstGeom prst="curvedConnector3">
              <a:avLst>
                <a:gd fmla="val 49989" name="adj1"/>
              </a:avLst>
            </a:prstGeom>
            <a:noFill/>
            <a:ln cap="flat" cmpd="sng" w="19050">
              <a:solidFill>
                <a:schemeClr val="lt1"/>
              </a:solidFill>
              <a:prstDash val="solid"/>
              <a:round/>
              <a:headEnd len="med" w="med" type="none"/>
              <a:tailEnd len="med" w="med" type="stealth"/>
            </a:ln>
          </p:spPr>
        </p:cxnSp>
        <p:cxnSp>
          <p:nvCxnSpPr>
            <p:cNvPr id="1007" name="Google Shape;1007;p62"/>
            <p:cNvCxnSpPr>
              <a:stCxn id="995" idx="3"/>
              <a:endCxn id="1003" idx="0"/>
            </p:cNvCxnSpPr>
            <p:nvPr/>
          </p:nvCxnSpPr>
          <p:spPr>
            <a:xfrm rot="5400000">
              <a:off x="5285663" y="2595225"/>
              <a:ext cx="353700" cy="1796400"/>
            </a:xfrm>
            <a:prstGeom prst="curvedConnector3">
              <a:avLst>
                <a:gd fmla="val 49989" name="adj1"/>
              </a:avLst>
            </a:prstGeom>
            <a:noFill/>
            <a:ln cap="flat" cmpd="sng" w="19050">
              <a:solidFill>
                <a:schemeClr val="lt1"/>
              </a:solidFill>
              <a:prstDash val="solid"/>
              <a:round/>
              <a:headEnd len="med" w="med" type="none"/>
              <a:tailEnd len="med" w="med" type="stealth"/>
            </a:ln>
          </p:spPr>
        </p:cxnSp>
        <p:pic>
          <p:nvPicPr>
            <p:cNvPr id="1008" name="Google Shape;1008;p62" title="equation (35).png"/>
            <p:cNvPicPr preferRelativeResize="0"/>
            <p:nvPr/>
          </p:nvPicPr>
          <p:blipFill>
            <a:blip r:embed="rId5">
              <a:alphaModFix/>
            </a:blip>
            <a:stretch>
              <a:fillRect/>
            </a:stretch>
          </p:blipFill>
          <p:spPr>
            <a:xfrm>
              <a:off x="3619800" y="4169350"/>
              <a:ext cx="2059640" cy="2340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pic>
        <p:nvPicPr>
          <p:cNvPr id="1013" name="Google Shape;1013;p63"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sp>
        <p:nvSpPr>
          <p:cNvPr id="1014" name="Google Shape;1014;p63"/>
          <p:cNvSpPr txBox="1"/>
          <p:nvPr/>
        </p:nvSpPr>
        <p:spPr>
          <a:xfrm>
            <a:off x="-5847" y="2406125"/>
            <a:ext cx="1270800" cy="60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ontserrat Medium"/>
                <a:ea typeface="Montserrat Medium"/>
                <a:cs typeface="Montserrat Medium"/>
                <a:sym typeface="Montserrat Medium"/>
              </a:rPr>
              <a:t>TEST INPUT</a:t>
            </a:r>
            <a:endParaRPr>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rPr lang="it" sz="1100">
                <a:solidFill>
                  <a:schemeClr val="lt1"/>
                </a:solidFill>
                <a:latin typeface="Montserrat Medium"/>
                <a:ea typeface="Montserrat Medium"/>
                <a:cs typeface="Montserrat Medium"/>
                <a:sym typeface="Montserrat Medium"/>
              </a:rPr>
              <a:t>[SMILES]</a:t>
            </a:r>
            <a:endParaRPr sz="1100">
              <a:solidFill>
                <a:schemeClr val="lt1"/>
              </a:solidFill>
              <a:latin typeface="Montserrat Medium"/>
              <a:ea typeface="Montserrat Medium"/>
              <a:cs typeface="Montserrat Medium"/>
              <a:sym typeface="Montserrat Medium"/>
            </a:endParaRPr>
          </a:p>
        </p:txBody>
      </p:sp>
      <p:sp>
        <p:nvSpPr>
          <p:cNvPr id="1015" name="Google Shape;1015;p63"/>
          <p:cNvSpPr/>
          <p:nvPr/>
        </p:nvSpPr>
        <p:spPr>
          <a:xfrm>
            <a:off x="101090" y="2901302"/>
            <a:ext cx="943800" cy="514800"/>
          </a:xfrm>
          <a:prstGeom prst="cube">
            <a:avLst>
              <a:gd fmla="val 25000" name="adj"/>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300">
                <a:solidFill>
                  <a:schemeClr val="lt1"/>
                </a:solidFill>
                <a:latin typeface="Montserrat Medium"/>
                <a:ea typeface="Montserrat Medium"/>
                <a:cs typeface="Montserrat Medium"/>
                <a:sym typeface="Montserrat Medium"/>
              </a:rPr>
              <a:t>CH3Cl</a:t>
            </a:r>
            <a:endParaRPr sz="1300">
              <a:solidFill>
                <a:schemeClr val="lt1"/>
              </a:solidFill>
              <a:latin typeface="Montserrat Medium"/>
              <a:ea typeface="Montserrat Medium"/>
              <a:cs typeface="Montserrat Medium"/>
              <a:sym typeface="Montserrat Medium"/>
            </a:endParaRPr>
          </a:p>
        </p:txBody>
      </p:sp>
      <p:sp>
        <p:nvSpPr>
          <p:cNvPr id="1016" name="Google Shape;1016;p63"/>
          <p:cNvSpPr/>
          <p:nvPr/>
        </p:nvSpPr>
        <p:spPr>
          <a:xfrm>
            <a:off x="1184900" y="1788225"/>
            <a:ext cx="4661400" cy="2746500"/>
          </a:xfrm>
          <a:prstGeom prst="roundRect">
            <a:avLst>
              <a:gd fmla="val 16667" name="adj"/>
            </a:avLst>
          </a:pr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solidFill>
                <a:schemeClr val="lt1"/>
              </a:solidFill>
              <a:latin typeface="Maven Pro"/>
              <a:ea typeface="Maven Pro"/>
              <a:cs typeface="Maven Pro"/>
              <a:sym typeface="Maven Pro"/>
            </a:endParaRPr>
          </a:p>
        </p:txBody>
      </p:sp>
      <p:sp>
        <p:nvSpPr>
          <p:cNvPr id="1017" name="Google Shape;1017;p63"/>
          <p:cNvSpPr/>
          <p:nvPr/>
        </p:nvSpPr>
        <p:spPr>
          <a:xfrm>
            <a:off x="3074223" y="2467028"/>
            <a:ext cx="1002600" cy="608700"/>
          </a:xfrm>
          <a:prstGeom prst="cube">
            <a:avLst>
              <a:gd fmla="val 25000" name="adj"/>
            </a:avLst>
          </a:prstGeom>
          <a:solidFill>
            <a:srgbClr val="3C78D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ontserrat Medium"/>
                <a:ea typeface="Montserrat Medium"/>
                <a:cs typeface="Montserrat Medium"/>
                <a:sym typeface="Montserrat Medium"/>
              </a:rPr>
              <a:t>Agent</a:t>
            </a:r>
            <a:endParaRPr sz="1200">
              <a:solidFill>
                <a:schemeClr val="lt1"/>
              </a:solidFill>
              <a:latin typeface="Montserrat Medium"/>
              <a:ea typeface="Montserrat Medium"/>
              <a:cs typeface="Montserrat Medium"/>
              <a:sym typeface="Montserrat Medium"/>
            </a:endParaRPr>
          </a:p>
        </p:txBody>
      </p:sp>
      <p:cxnSp>
        <p:nvCxnSpPr>
          <p:cNvPr id="1018" name="Google Shape;1018;p63"/>
          <p:cNvCxnSpPr>
            <a:stCxn id="1019" idx="4"/>
            <a:endCxn id="1017" idx="2"/>
          </p:cNvCxnSpPr>
          <p:nvPr/>
        </p:nvCxnSpPr>
        <p:spPr>
          <a:xfrm>
            <a:off x="2478940" y="2747653"/>
            <a:ext cx="595200" cy="99900"/>
          </a:xfrm>
          <a:prstGeom prst="curvedConnector3">
            <a:avLst>
              <a:gd fmla="val 64091" name="adj1"/>
            </a:avLst>
          </a:prstGeom>
          <a:noFill/>
          <a:ln cap="flat" cmpd="sng" w="9525">
            <a:solidFill>
              <a:schemeClr val="lt1"/>
            </a:solidFill>
            <a:prstDash val="solid"/>
            <a:round/>
            <a:headEnd len="med" w="med" type="none"/>
            <a:tailEnd len="med" w="med" type="stealth"/>
          </a:ln>
        </p:spPr>
      </p:cxnSp>
      <p:cxnSp>
        <p:nvCxnSpPr>
          <p:cNvPr id="1020" name="Google Shape;1020;p63"/>
          <p:cNvCxnSpPr>
            <a:stCxn id="1021" idx="0"/>
            <a:endCxn id="1017" idx="3"/>
          </p:cNvCxnSpPr>
          <p:nvPr/>
        </p:nvCxnSpPr>
        <p:spPr>
          <a:xfrm flipH="1" rot="5400000">
            <a:off x="3247813" y="3327400"/>
            <a:ext cx="541800" cy="38400"/>
          </a:xfrm>
          <a:prstGeom prst="curvedConnector3">
            <a:avLst>
              <a:gd fmla="val 49998" name="adj1"/>
            </a:avLst>
          </a:prstGeom>
          <a:noFill/>
          <a:ln cap="flat" cmpd="sng" w="9525">
            <a:solidFill>
              <a:schemeClr val="lt1"/>
            </a:solidFill>
            <a:prstDash val="solid"/>
            <a:round/>
            <a:headEnd len="med" w="med" type="stealth"/>
            <a:tailEnd len="med" w="med" type="none"/>
          </a:ln>
        </p:spPr>
      </p:cxnSp>
      <p:cxnSp>
        <p:nvCxnSpPr>
          <p:cNvPr id="1022" name="Google Shape;1022;p63"/>
          <p:cNvCxnSpPr>
            <a:stCxn id="1021" idx="4"/>
            <a:endCxn id="1023" idx="2"/>
          </p:cNvCxnSpPr>
          <p:nvPr/>
        </p:nvCxnSpPr>
        <p:spPr>
          <a:xfrm>
            <a:off x="3757138" y="4038625"/>
            <a:ext cx="528000" cy="66600"/>
          </a:xfrm>
          <a:prstGeom prst="curvedConnector3">
            <a:avLst>
              <a:gd fmla="val 65890" name="adj1"/>
            </a:avLst>
          </a:prstGeom>
          <a:noFill/>
          <a:ln cap="flat" cmpd="sng" w="9525">
            <a:solidFill>
              <a:schemeClr val="lt1"/>
            </a:solidFill>
            <a:prstDash val="solid"/>
            <a:round/>
            <a:headEnd len="med" w="med" type="none"/>
            <a:tailEnd len="med" w="med" type="stealth"/>
          </a:ln>
        </p:spPr>
      </p:cxnSp>
      <p:sp>
        <p:nvSpPr>
          <p:cNvPr id="1021" name="Google Shape;1021;p63"/>
          <p:cNvSpPr/>
          <p:nvPr/>
        </p:nvSpPr>
        <p:spPr>
          <a:xfrm>
            <a:off x="2981788" y="3617500"/>
            <a:ext cx="943800" cy="673800"/>
          </a:xfrm>
          <a:prstGeom prst="cube">
            <a:avLst>
              <a:gd fmla="val 25000" name="adj"/>
            </a:avLst>
          </a:prstGeom>
          <a:solidFill>
            <a:srgbClr val="38761D"/>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aven Pro"/>
                <a:ea typeface="Maven Pro"/>
                <a:cs typeface="Maven Pro"/>
                <a:sym typeface="Maven Pro"/>
              </a:rPr>
              <a:t>Q-value</a:t>
            </a:r>
            <a:endParaRPr sz="1200">
              <a:solidFill>
                <a:schemeClr val="lt1"/>
              </a:solidFill>
              <a:latin typeface="Maven Pro"/>
              <a:ea typeface="Maven Pro"/>
              <a:cs typeface="Maven Pro"/>
              <a:sym typeface="Maven Pro"/>
            </a:endParaRPr>
          </a:p>
        </p:txBody>
      </p:sp>
      <p:sp>
        <p:nvSpPr>
          <p:cNvPr id="1023" name="Google Shape;1023;p63"/>
          <p:cNvSpPr/>
          <p:nvPr/>
        </p:nvSpPr>
        <p:spPr>
          <a:xfrm>
            <a:off x="4285051" y="3684025"/>
            <a:ext cx="1155300" cy="673800"/>
          </a:xfrm>
          <a:prstGeom prst="cube">
            <a:avLst>
              <a:gd fmla="val 25000" name="adj"/>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aven Pro"/>
                <a:ea typeface="Maven Pro"/>
                <a:cs typeface="Maven Pro"/>
                <a:sym typeface="Maven Pro"/>
              </a:rPr>
              <a:t>Best action</a:t>
            </a:r>
            <a:endParaRPr sz="1200">
              <a:solidFill>
                <a:schemeClr val="lt1"/>
              </a:solidFill>
              <a:latin typeface="Maven Pro"/>
              <a:ea typeface="Maven Pro"/>
              <a:cs typeface="Maven Pro"/>
              <a:sym typeface="Maven Pro"/>
            </a:endParaRPr>
          </a:p>
        </p:txBody>
      </p:sp>
      <p:sp>
        <p:nvSpPr>
          <p:cNvPr id="1024" name="Google Shape;1024;p63"/>
          <p:cNvSpPr/>
          <p:nvPr/>
        </p:nvSpPr>
        <p:spPr>
          <a:xfrm>
            <a:off x="4285051" y="2365628"/>
            <a:ext cx="1506000" cy="790200"/>
          </a:xfrm>
          <a:prstGeom prst="cube">
            <a:avLst>
              <a:gd fmla="val 25000" name="adj"/>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Maven Pro"/>
              <a:ea typeface="Maven Pro"/>
              <a:cs typeface="Maven Pro"/>
              <a:sym typeface="Maven Pro"/>
            </a:endParaRPr>
          </a:p>
        </p:txBody>
      </p:sp>
      <p:cxnSp>
        <p:nvCxnSpPr>
          <p:cNvPr id="1025" name="Google Shape;1025;p63"/>
          <p:cNvCxnSpPr>
            <a:stCxn id="1024" idx="5"/>
            <a:endCxn id="1014" idx="0"/>
          </p:cNvCxnSpPr>
          <p:nvPr/>
        </p:nvCxnSpPr>
        <p:spPr>
          <a:xfrm rot="10800000">
            <a:off x="629551" y="2406053"/>
            <a:ext cx="5161500" cy="255900"/>
          </a:xfrm>
          <a:prstGeom prst="bentConnector4">
            <a:avLst>
              <a:gd fmla="val -4613" name="adj1"/>
              <a:gd fmla="val 455707" name="adj2"/>
            </a:avLst>
          </a:prstGeom>
          <a:noFill/>
          <a:ln cap="flat" cmpd="sng" w="19050">
            <a:solidFill>
              <a:schemeClr val="lt1"/>
            </a:solidFill>
            <a:prstDash val="solid"/>
            <a:round/>
            <a:headEnd len="med" w="med" type="none"/>
            <a:tailEnd len="med" w="med" type="stealth"/>
          </a:ln>
        </p:spPr>
      </p:cxnSp>
      <p:sp>
        <p:nvSpPr>
          <p:cNvPr id="1026" name="Google Shape;1026;p63"/>
          <p:cNvSpPr txBox="1"/>
          <p:nvPr/>
        </p:nvSpPr>
        <p:spPr>
          <a:xfrm>
            <a:off x="2565437" y="1173407"/>
            <a:ext cx="1905300" cy="38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500">
                <a:solidFill>
                  <a:schemeClr val="lt1"/>
                </a:solidFill>
                <a:latin typeface="Maven Pro"/>
                <a:ea typeface="Maven Pro"/>
                <a:cs typeface="Maven Pro"/>
                <a:sym typeface="Maven Pro"/>
              </a:rPr>
              <a:t>FOR </a:t>
            </a:r>
            <a:r>
              <a:rPr lang="it" sz="1500">
                <a:solidFill>
                  <a:schemeClr val="lt1"/>
                </a:solidFill>
                <a:latin typeface="Maven Pro"/>
                <a:ea typeface="Maven Pro"/>
                <a:cs typeface="Maven Pro"/>
                <a:sym typeface="Maven Pro"/>
              </a:rPr>
              <a:t>each input test</a:t>
            </a:r>
            <a:endParaRPr sz="1500">
              <a:solidFill>
                <a:schemeClr val="lt1"/>
              </a:solidFill>
              <a:latin typeface="Maven Pro"/>
              <a:ea typeface="Maven Pro"/>
              <a:cs typeface="Maven Pro"/>
              <a:sym typeface="Maven Pro"/>
            </a:endParaRPr>
          </a:p>
        </p:txBody>
      </p:sp>
      <p:sp>
        <p:nvSpPr>
          <p:cNvPr id="1027" name="Google Shape;1027;p63"/>
          <p:cNvSpPr txBox="1"/>
          <p:nvPr/>
        </p:nvSpPr>
        <p:spPr>
          <a:xfrm>
            <a:off x="2838321" y="1790811"/>
            <a:ext cx="2382300" cy="38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500">
                <a:solidFill>
                  <a:schemeClr val="lt1"/>
                </a:solidFill>
                <a:latin typeface="Maven Pro"/>
                <a:ea typeface="Maven Pro"/>
                <a:cs typeface="Maven Pro"/>
                <a:sym typeface="Maven Pro"/>
              </a:rPr>
              <a:t>FOR</a:t>
            </a:r>
            <a:r>
              <a:rPr lang="it" sz="1500">
                <a:solidFill>
                  <a:schemeClr val="lt1"/>
                </a:solidFill>
                <a:latin typeface="Maven Pro"/>
                <a:ea typeface="Maven Pro"/>
                <a:cs typeface="Maven Pro"/>
                <a:sym typeface="Maven Pro"/>
              </a:rPr>
              <a:t> n-attempts</a:t>
            </a:r>
            <a:endParaRPr sz="1500">
              <a:solidFill>
                <a:schemeClr val="lt1"/>
              </a:solidFill>
              <a:latin typeface="Maven Pro"/>
              <a:ea typeface="Maven Pro"/>
              <a:cs typeface="Maven Pro"/>
              <a:sym typeface="Maven Pro"/>
            </a:endParaRPr>
          </a:p>
        </p:txBody>
      </p:sp>
      <p:cxnSp>
        <p:nvCxnSpPr>
          <p:cNvPr id="1028" name="Google Shape;1028;p63"/>
          <p:cNvCxnSpPr>
            <a:stCxn id="1023" idx="0"/>
            <a:endCxn id="1024" idx="3"/>
          </p:cNvCxnSpPr>
          <p:nvPr/>
        </p:nvCxnSpPr>
        <p:spPr>
          <a:xfrm rot="10800000">
            <a:off x="4939126" y="3155725"/>
            <a:ext cx="7800" cy="528300"/>
          </a:xfrm>
          <a:prstGeom prst="straightConnector1">
            <a:avLst/>
          </a:prstGeom>
          <a:noFill/>
          <a:ln cap="flat" cmpd="sng" w="9525">
            <a:solidFill>
              <a:schemeClr val="lt1"/>
            </a:solidFill>
            <a:prstDash val="solid"/>
            <a:round/>
            <a:headEnd len="med" w="med" type="none"/>
            <a:tailEnd len="med" w="med" type="triangle"/>
          </a:ln>
        </p:spPr>
      </p:cxnSp>
      <p:cxnSp>
        <p:nvCxnSpPr>
          <p:cNvPr id="1029" name="Google Shape;1029;p63"/>
          <p:cNvCxnSpPr>
            <a:stCxn id="1030" idx="4"/>
            <a:endCxn id="1017" idx="2"/>
          </p:cNvCxnSpPr>
          <p:nvPr/>
        </p:nvCxnSpPr>
        <p:spPr>
          <a:xfrm flipH="1" rot="10800000">
            <a:off x="2335605" y="2847612"/>
            <a:ext cx="738600" cy="1226100"/>
          </a:xfrm>
          <a:prstGeom prst="curvedConnector3">
            <a:avLst>
              <a:gd fmla="val 70260" name="adj1"/>
            </a:avLst>
          </a:prstGeom>
          <a:noFill/>
          <a:ln cap="flat" cmpd="sng" w="9525">
            <a:solidFill>
              <a:schemeClr val="lt1"/>
            </a:solidFill>
            <a:prstDash val="solid"/>
            <a:round/>
            <a:headEnd len="med" w="med" type="none"/>
            <a:tailEnd len="med" w="med" type="stealth"/>
          </a:ln>
        </p:spPr>
      </p:cxnSp>
      <p:grpSp>
        <p:nvGrpSpPr>
          <p:cNvPr id="1031" name="Google Shape;1031;p63"/>
          <p:cNvGrpSpPr/>
          <p:nvPr/>
        </p:nvGrpSpPr>
        <p:grpSpPr>
          <a:xfrm>
            <a:off x="916190" y="2168629"/>
            <a:ext cx="1836832" cy="2139084"/>
            <a:chOff x="916190" y="2381029"/>
            <a:chExt cx="1836832" cy="2139084"/>
          </a:xfrm>
        </p:grpSpPr>
        <p:grpSp>
          <p:nvGrpSpPr>
            <p:cNvPr id="1032" name="Google Shape;1032;p63"/>
            <p:cNvGrpSpPr/>
            <p:nvPr/>
          </p:nvGrpSpPr>
          <p:grpSpPr>
            <a:xfrm>
              <a:off x="1044890" y="2381029"/>
              <a:ext cx="1708132" cy="1268400"/>
              <a:chOff x="1044890" y="2381029"/>
              <a:chExt cx="1708132" cy="1268400"/>
            </a:xfrm>
          </p:grpSpPr>
          <p:cxnSp>
            <p:nvCxnSpPr>
              <p:cNvPr id="1033" name="Google Shape;1033;p63"/>
              <p:cNvCxnSpPr>
                <a:stCxn id="1015" idx="5"/>
                <a:endCxn id="1034" idx="1"/>
              </p:cNvCxnSpPr>
              <p:nvPr/>
            </p:nvCxnSpPr>
            <p:spPr>
              <a:xfrm flipH="1" rot="10800000">
                <a:off x="1044890" y="3015152"/>
                <a:ext cx="271200" cy="291600"/>
              </a:xfrm>
              <a:prstGeom prst="curvedConnector3">
                <a:avLst>
                  <a:gd fmla="val 49987" name="adj1"/>
                </a:avLst>
              </a:prstGeom>
              <a:noFill/>
              <a:ln cap="flat" cmpd="sng" w="9525">
                <a:solidFill>
                  <a:schemeClr val="lt1"/>
                </a:solidFill>
                <a:prstDash val="solid"/>
                <a:round/>
                <a:headEnd len="med" w="med" type="none"/>
                <a:tailEnd len="med" w="med" type="stealth"/>
              </a:ln>
            </p:spPr>
          </p:cxnSp>
          <p:grpSp>
            <p:nvGrpSpPr>
              <p:cNvPr id="1035" name="Google Shape;1035;p63"/>
              <p:cNvGrpSpPr/>
              <p:nvPr/>
            </p:nvGrpSpPr>
            <p:grpSpPr>
              <a:xfrm>
                <a:off x="1316022" y="2381029"/>
                <a:ext cx="1437000" cy="1268400"/>
                <a:chOff x="1316022" y="2381029"/>
                <a:chExt cx="1437000" cy="1268400"/>
              </a:xfrm>
            </p:grpSpPr>
            <p:sp>
              <p:nvSpPr>
                <p:cNvPr id="1034" name="Google Shape;1034;p63"/>
                <p:cNvSpPr/>
                <p:nvPr/>
              </p:nvSpPr>
              <p:spPr>
                <a:xfrm>
                  <a:off x="1316022" y="2381029"/>
                  <a:ext cx="1437000" cy="126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solidFill>
                      <a:schemeClr val="lt1"/>
                    </a:solidFill>
                    <a:latin typeface="Maven Pro"/>
                    <a:ea typeface="Maven Pro"/>
                    <a:cs typeface="Maven Pro"/>
                    <a:sym typeface="Maven Pro"/>
                  </a:endParaRPr>
                </a:p>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1036" name="Google Shape;1036;p63"/>
                <p:cNvSpPr txBox="1"/>
                <p:nvPr/>
              </p:nvSpPr>
              <p:spPr>
                <a:xfrm>
                  <a:off x="1318820" y="3266555"/>
                  <a:ext cx="13899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sz="1100">
                      <a:solidFill>
                        <a:schemeClr val="dk2"/>
                      </a:solidFill>
                      <a:latin typeface="Maven Pro"/>
                      <a:ea typeface="Maven Pro"/>
                      <a:cs typeface="Maven Pro"/>
                      <a:sym typeface="Maven Pro"/>
                    </a:rPr>
                    <a:t>Graph Embedding</a:t>
                  </a:r>
                  <a:endParaRPr sz="1500">
                    <a:solidFill>
                      <a:schemeClr val="dk2"/>
                    </a:solidFill>
                    <a:latin typeface="Maven Pro"/>
                    <a:ea typeface="Maven Pro"/>
                    <a:cs typeface="Maven Pro"/>
                    <a:sym typeface="Maven Pro"/>
                  </a:endParaRPr>
                </a:p>
              </p:txBody>
            </p:sp>
            <p:sp>
              <p:nvSpPr>
                <p:cNvPr id="1019" name="Google Shape;1019;p63"/>
                <p:cNvSpPr/>
                <p:nvPr/>
              </p:nvSpPr>
              <p:spPr>
                <a:xfrm>
                  <a:off x="1455190" y="2538928"/>
                  <a:ext cx="1192200" cy="673800"/>
                </a:xfrm>
                <a:prstGeom prst="cube">
                  <a:avLst>
                    <a:gd fmla="val 25000" name="adj"/>
                  </a:avLst>
                </a:prstGeom>
                <a:solidFill>
                  <a:srgbClr val="BF9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200">
                      <a:solidFill>
                        <a:schemeClr val="lt1"/>
                      </a:solidFill>
                      <a:latin typeface="Maven Pro"/>
                      <a:ea typeface="Maven Pro"/>
                      <a:cs typeface="Maven Pro"/>
                      <a:sym typeface="Maven Pro"/>
                    </a:rPr>
                    <a:t>State (embedded)</a:t>
                  </a:r>
                  <a:endParaRPr sz="1200">
                    <a:solidFill>
                      <a:schemeClr val="lt1"/>
                    </a:solidFill>
                    <a:latin typeface="Maven Pro"/>
                    <a:ea typeface="Maven Pro"/>
                    <a:cs typeface="Maven Pro"/>
                    <a:sym typeface="Maven Pro"/>
                  </a:endParaRPr>
                </a:p>
              </p:txBody>
            </p:sp>
          </p:grpSp>
        </p:grpSp>
        <p:grpSp>
          <p:nvGrpSpPr>
            <p:cNvPr id="1037" name="Google Shape;1037;p63"/>
            <p:cNvGrpSpPr/>
            <p:nvPr/>
          </p:nvGrpSpPr>
          <p:grpSpPr>
            <a:xfrm>
              <a:off x="916190" y="3435452"/>
              <a:ext cx="1575414" cy="1084661"/>
              <a:chOff x="916190" y="3435452"/>
              <a:chExt cx="1575414" cy="1084661"/>
            </a:xfrm>
          </p:grpSpPr>
          <p:sp>
            <p:nvSpPr>
              <p:cNvPr id="1030" name="Google Shape;1030;p63"/>
              <p:cNvSpPr/>
              <p:nvPr/>
            </p:nvSpPr>
            <p:spPr>
              <a:xfrm>
                <a:off x="1489005" y="3896112"/>
                <a:ext cx="1002600" cy="624000"/>
              </a:xfrm>
              <a:prstGeom prst="cube">
                <a:avLst>
                  <a:gd fmla="val 25000" name="adj"/>
                </a:avLst>
              </a:prstGeom>
              <a:solidFill>
                <a:srgbClr val="351C7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sz="1200">
                    <a:solidFill>
                      <a:schemeClr val="lt1"/>
                    </a:solidFill>
                    <a:latin typeface="Maven Pro"/>
                    <a:ea typeface="Maven Pro"/>
                    <a:cs typeface="Maven Pro"/>
                    <a:sym typeface="Maven Pro"/>
                  </a:rPr>
                  <a:t>Origin toxicity</a:t>
                </a:r>
                <a:endParaRPr sz="1200">
                  <a:solidFill>
                    <a:schemeClr val="lt1"/>
                  </a:solidFill>
                  <a:latin typeface="Maven Pro"/>
                  <a:ea typeface="Maven Pro"/>
                  <a:cs typeface="Maven Pro"/>
                  <a:sym typeface="Maven Pro"/>
                </a:endParaRPr>
              </a:p>
            </p:txBody>
          </p:sp>
          <p:cxnSp>
            <p:nvCxnSpPr>
              <p:cNvPr id="1038" name="Google Shape;1038;p63"/>
              <p:cNvCxnSpPr>
                <a:stCxn id="1015" idx="4"/>
                <a:endCxn id="1030" idx="2"/>
              </p:cNvCxnSpPr>
              <p:nvPr/>
            </p:nvCxnSpPr>
            <p:spPr>
              <a:xfrm>
                <a:off x="916190" y="3435452"/>
                <a:ext cx="572700" cy="850800"/>
              </a:xfrm>
              <a:prstGeom prst="curvedConnector3">
                <a:avLst>
                  <a:gd fmla="val 61187" name="adj1"/>
                </a:avLst>
              </a:prstGeom>
              <a:noFill/>
              <a:ln cap="flat" cmpd="sng" w="9525">
                <a:solidFill>
                  <a:schemeClr val="lt1"/>
                </a:solidFill>
                <a:prstDash val="solid"/>
                <a:round/>
                <a:headEnd len="med" w="med" type="none"/>
                <a:tailEnd len="med" w="med" type="stealth"/>
              </a:ln>
            </p:spPr>
          </p:cxnSp>
        </p:grpSp>
      </p:grpSp>
      <p:sp>
        <p:nvSpPr>
          <p:cNvPr id="1039" name="Google Shape;1039;p63"/>
          <p:cNvSpPr/>
          <p:nvPr/>
        </p:nvSpPr>
        <p:spPr>
          <a:xfrm>
            <a:off x="6179122" y="2463577"/>
            <a:ext cx="1255800" cy="615600"/>
          </a:xfrm>
          <a:prstGeom prst="cube">
            <a:avLst>
              <a:gd fmla="val 25000" name="adj"/>
            </a:avLst>
          </a:prstGeom>
          <a:solidFill>
            <a:srgbClr val="38761D"/>
          </a:solidFill>
          <a:ln cap="flat" cmpd="sng" w="9525">
            <a:solidFill>
              <a:srgbClr val="FFF9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solidFill>
                  <a:schemeClr val="lt1"/>
                </a:solidFill>
                <a:latin typeface="Maven Pro"/>
                <a:ea typeface="Maven Pro"/>
                <a:cs typeface="Maven Pro"/>
                <a:sym typeface="Maven Pro"/>
              </a:rPr>
              <a:t>Final SMILE</a:t>
            </a:r>
            <a:endParaRPr>
              <a:solidFill>
                <a:schemeClr val="lt1"/>
              </a:solidFill>
              <a:latin typeface="Maven Pro"/>
              <a:ea typeface="Maven Pro"/>
              <a:cs typeface="Maven Pro"/>
              <a:sym typeface="Maven Pro"/>
            </a:endParaRPr>
          </a:p>
        </p:txBody>
      </p:sp>
      <p:sp>
        <p:nvSpPr>
          <p:cNvPr id="1040" name="Google Shape;1040;p63"/>
          <p:cNvSpPr/>
          <p:nvPr/>
        </p:nvSpPr>
        <p:spPr>
          <a:xfrm>
            <a:off x="6089350" y="3713125"/>
            <a:ext cx="943800" cy="615600"/>
          </a:xfrm>
          <a:prstGeom prst="cube">
            <a:avLst>
              <a:gd fmla="val 25000" name="adj"/>
            </a:avLst>
          </a:prstGeom>
          <a:solidFill>
            <a:srgbClr val="1155CC"/>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Hybrid</a:t>
            </a:r>
            <a:endParaRPr>
              <a:solidFill>
                <a:schemeClr val="lt1"/>
              </a:solidFill>
              <a:latin typeface="Maven Pro"/>
              <a:ea typeface="Maven Pro"/>
              <a:cs typeface="Maven Pro"/>
              <a:sym typeface="Maven Pro"/>
            </a:endParaRPr>
          </a:p>
          <a:p>
            <a:pPr indent="0" lvl="0" marL="0" rtl="0" algn="ctr">
              <a:spcBef>
                <a:spcPts val="0"/>
              </a:spcBef>
              <a:spcAft>
                <a:spcPts val="0"/>
              </a:spcAft>
              <a:buNone/>
            </a:pPr>
            <a:r>
              <a:rPr lang="it">
                <a:solidFill>
                  <a:schemeClr val="lt1"/>
                </a:solidFill>
                <a:latin typeface="Maven Pro"/>
                <a:ea typeface="Maven Pro"/>
                <a:cs typeface="Maven Pro"/>
                <a:sym typeface="Maven Pro"/>
              </a:rPr>
              <a:t>Sym</a:t>
            </a:r>
            <a:endParaRPr>
              <a:solidFill>
                <a:schemeClr val="lt1"/>
              </a:solidFill>
              <a:latin typeface="Maven Pro"/>
              <a:ea typeface="Maven Pro"/>
              <a:cs typeface="Maven Pro"/>
              <a:sym typeface="Maven Pro"/>
            </a:endParaRPr>
          </a:p>
        </p:txBody>
      </p:sp>
      <p:cxnSp>
        <p:nvCxnSpPr>
          <p:cNvPr id="1041" name="Google Shape;1041;p63"/>
          <p:cNvCxnSpPr>
            <a:stCxn id="1015" idx="3"/>
            <a:endCxn id="1040" idx="3"/>
          </p:cNvCxnSpPr>
          <p:nvPr/>
        </p:nvCxnSpPr>
        <p:spPr>
          <a:xfrm flipH="1" rot="-5400000">
            <a:off x="3040190" y="884552"/>
            <a:ext cx="912600" cy="5975700"/>
          </a:xfrm>
          <a:prstGeom prst="bentConnector3">
            <a:avLst>
              <a:gd fmla="val 138924" name="adj1"/>
            </a:avLst>
          </a:prstGeom>
          <a:noFill/>
          <a:ln cap="flat" cmpd="sng" w="19050">
            <a:solidFill>
              <a:schemeClr val="lt1"/>
            </a:solidFill>
            <a:prstDash val="solid"/>
            <a:round/>
            <a:headEnd len="med" w="med" type="none"/>
            <a:tailEnd len="med" w="med" type="stealth"/>
          </a:ln>
        </p:spPr>
      </p:cxnSp>
      <p:cxnSp>
        <p:nvCxnSpPr>
          <p:cNvPr id="1042" name="Google Shape;1042;p63"/>
          <p:cNvCxnSpPr>
            <a:stCxn id="1024" idx="5"/>
            <a:endCxn id="1039" idx="2"/>
          </p:cNvCxnSpPr>
          <p:nvPr/>
        </p:nvCxnSpPr>
        <p:spPr>
          <a:xfrm>
            <a:off x="5791051" y="2661953"/>
            <a:ext cx="388200" cy="186300"/>
          </a:xfrm>
          <a:prstGeom prst="curvedConnector3">
            <a:avLst>
              <a:gd fmla="val 49983" name="adj1"/>
            </a:avLst>
          </a:prstGeom>
          <a:noFill/>
          <a:ln cap="flat" cmpd="sng" w="19050">
            <a:solidFill>
              <a:schemeClr val="lt1"/>
            </a:solidFill>
            <a:prstDash val="solid"/>
            <a:round/>
            <a:headEnd len="med" w="med" type="none"/>
            <a:tailEnd len="med" w="med" type="triangle"/>
          </a:ln>
        </p:spPr>
      </p:cxnSp>
      <p:pic>
        <p:nvPicPr>
          <p:cNvPr id="1043" name="Google Shape;1043;p63" title="equation (25).png"/>
          <p:cNvPicPr preferRelativeResize="0"/>
          <p:nvPr/>
        </p:nvPicPr>
        <p:blipFill>
          <a:blip r:embed="rId4">
            <a:alphaModFix/>
          </a:blip>
          <a:stretch>
            <a:fillRect/>
          </a:stretch>
        </p:blipFill>
        <p:spPr>
          <a:xfrm>
            <a:off x="4340010" y="2777763"/>
            <a:ext cx="1192177" cy="194688"/>
          </a:xfrm>
          <a:prstGeom prst="rect">
            <a:avLst/>
          </a:prstGeom>
          <a:noFill/>
          <a:ln>
            <a:noFill/>
          </a:ln>
        </p:spPr>
      </p:pic>
      <p:pic>
        <p:nvPicPr>
          <p:cNvPr id="1044" name="Google Shape;1044;p63" title="equation (29).png"/>
          <p:cNvPicPr preferRelativeResize="0"/>
          <p:nvPr/>
        </p:nvPicPr>
        <p:blipFill>
          <a:blip r:embed="rId5">
            <a:alphaModFix/>
          </a:blip>
          <a:stretch>
            <a:fillRect/>
          </a:stretch>
        </p:blipFill>
        <p:spPr>
          <a:xfrm>
            <a:off x="7691130" y="3461960"/>
            <a:ext cx="1389899" cy="162444"/>
          </a:xfrm>
          <a:prstGeom prst="rect">
            <a:avLst/>
          </a:prstGeom>
          <a:noFill/>
          <a:ln>
            <a:noFill/>
          </a:ln>
        </p:spPr>
      </p:pic>
      <p:sp>
        <p:nvSpPr>
          <p:cNvPr id="1045" name="Google Shape;1045;p63"/>
          <p:cNvSpPr/>
          <p:nvPr/>
        </p:nvSpPr>
        <p:spPr>
          <a:xfrm>
            <a:off x="7873997" y="3628982"/>
            <a:ext cx="1002600" cy="734700"/>
          </a:xfrm>
          <a:prstGeom prst="cube">
            <a:avLst>
              <a:gd fmla="val 25000" name="adj"/>
            </a:avLst>
          </a:prstGeom>
          <a:solidFill>
            <a:srgbClr val="674EA7"/>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Strict success</a:t>
            </a:r>
            <a:endParaRPr>
              <a:solidFill>
                <a:schemeClr val="lt1"/>
              </a:solidFill>
              <a:latin typeface="Maven Pro"/>
              <a:ea typeface="Maven Pro"/>
              <a:cs typeface="Maven Pro"/>
              <a:sym typeface="Maven Pro"/>
            </a:endParaRPr>
          </a:p>
        </p:txBody>
      </p:sp>
      <p:cxnSp>
        <p:nvCxnSpPr>
          <p:cNvPr id="1046" name="Google Shape;1046;p63"/>
          <p:cNvCxnSpPr>
            <a:stCxn id="1039" idx="3"/>
            <a:endCxn id="1040" idx="1"/>
          </p:cNvCxnSpPr>
          <p:nvPr/>
        </p:nvCxnSpPr>
        <p:spPr>
          <a:xfrm rot="5400000">
            <a:off x="6213322" y="3350227"/>
            <a:ext cx="787800" cy="245700"/>
          </a:xfrm>
          <a:prstGeom prst="curvedConnector3">
            <a:avLst>
              <a:gd fmla="val 40235" name="adj1"/>
            </a:avLst>
          </a:prstGeom>
          <a:noFill/>
          <a:ln cap="flat" cmpd="sng" w="19050">
            <a:solidFill>
              <a:schemeClr val="lt1"/>
            </a:solidFill>
            <a:prstDash val="solid"/>
            <a:round/>
            <a:headEnd len="med" w="med" type="none"/>
            <a:tailEnd len="med" w="med" type="stealth"/>
          </a:ln>
        </p:spPr>
      </p:cxnSp>
      <p:sp>
        <p:nvSpPr>
          <p:cNvPr id="1047" name="Google Shape;1047;p63"/>
          <p:cNvSpPr/>
          <p:nvPr/>
        </p:nvSpPr>
        <p:spPr>
          <a:xfrm>
            <a:off x="7921172" y="2350450"/>
            <a:ext cx="1002600" cy="734700"/>
          </a:xfrm>
          <a:prstGeom prst="cube">
            <a:avLst>
              <a:gd fmla="val 25000" name="adj"/>
            </a:avLst>
          </a:prstGeom>
          <a:solidFill>
            <a:srgbClr val="CC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lt1"/>
                </a:solidFill>
                <a:latin typeface="Maven Pro"/>
                <a:ea typeface="Maven Pro"/>
                <a:cs typeface="Maven Pro"/>
                <a:sym typeface="Maven Pro"/>
              </a:rPr>
              <a:t>Loose success</a:t>
            </a:r>
            <a:endParaRPr>
              <a:solidFill>
                <a:schemeClr val="lt1"/>
              </a:solidFill>
              <a:latin typeface="Maven Pro"/>
              <a:ea typeface="Maven Pro"/>
              <a:cs typeface="Maven Pro"/>
              <a:sym typeface="Maven Pro"/>
            </a:endParaRPr>
          </a:p>
        </p:txBody>
      </p:sp>
      <p:pic>
        <p:nvPicPr>
          <p:cNvPr id="1048" name="Google Shape;1048;p63" title="equation (30).png"/>
          <p:cNvPicPr preferRelativeResize="0"/>
          <p:nvPr/>
        </p:nvPicPr>
        <p:blipFill>
          <a:blip r:embed="rId6">
            <a:alphaModFix/>
          </a:blip>
          <a:stretch>
            <a:fillRect/>
          </a:stretch>
        </p:blipFill>
        <p:spPr>
          <a:xfrm>
            <a:off x="7746763" y="2184446"/>
            <a:ext cx="1339800" cy="156600"/>
          </a:xfrm>
          <a:prstGeom prst="rect">
            <a:avLst/>
          </a:prstGeom>
          <a:noFill/>
          <a:ln>
            <a:noFill/>
          </a:ln>
        </p:spPr>
      </p:pic>
      <p:cxnSp>
        <p:nvCxnSpPr>
          <p:cNvPr id="1049" name="Google Shape;1049;p63"/>
          <p:cNvCxnSpPr>
            <a:stCxn id="1040" idx="5"/>
            <a:endCxn id="1047" idx="2"/>
          </p:cNvCxnSpPr>
          <p:nvPr/>
        </p:nvCxnSpPr>
        <p:spPr>
          <a:xfrm flipH="1" rot="10800000">
            <a:off x="7033150" y="2809675"/>
            <a:ext cx="888000" cy="1134300"/>
          </a:xfrm>
          <a:prstGeom prst="curvedConnector3">
            <a:avLst>
              <a:gd fmla="val 50001" name="adj1"/>
            </a:avLst>
          </a:prstGeom>
          <a:noFill/>
          <a:ln cap="flat" cmpd="sng" w="19050">
            <a:solidFill>
              <a:schemeClr val="lt1"/>
            </a:solidFill>
            <a:prstDash val="solid"/>
            <a:round/>
            <a:headEnd len="med" w="med" type="none"/>
            <a:tailEnd len="med" w="med" type="stealth"/>
          </a:ln>
        </p:spPr>
      </p:cxnSp>
      <p:cxnSp>
        <p:nvCxnSpPr>
          <p:cNvPr id="1050" name="Google Shape;1050;p63"/>
          <p:cNvCxnSpPr>
            <a:stCxn id="1040" idx="5"/>
            <a:endCxn id="1045" idx="2"/>
          </p:cNvCxnSpPr>
          <p:nvPr/>
        </p:nvCxnSpPr>
        <p:spPr>
          <a:xfrm>
            <a:off x="7033150" y="3943975"/>
            <a:ext cx="840900" cy="144300"/>
          </a:xfrm>
          <a:prstGeom prst="curvedConnector3">
            <a:avLst>
              <a:gd fmla="val 49997" name="adj1"/>
            </a:avLst>
          </a:prstGeom>
          <a:noFill/>
          <a:ln cap="flat" cmpd="sng" w="19050">
            <a:solidFill>
              <a:schemeClr val="lt1"/>
            </a:solidFill>
            <a:prstDash val="solid"/>
            <a:round/>
            <a:headEnd len="med" w="med" type="none"/>
            <a:tailEnd len="med" w="med" type="stealth"/>
          </a:ln>
        </p:spPr>
      </p:cxnSp>
      <p:sp>
        <p:nvSpPr>
          <p:cNvPr id="1051" name="Google Shape;1051;p6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DDQN</a:t>
            </a:r>
            <a:r>
              <a:rPr lang="it">
                <a:latin typeface="Montserrat"/>
                <a:ea typeface="Montserrat"/>
                <a:cs typeface="Montserrat"/>
                <a:sym typeface="Montserrat"/>
              </a:rPr>
              <a:t> - Evaluation</a:t>
            </a:r>
            <a:endParaRPr>
              <a:latin typeface="Montserrat"/>
              <a:ea typeface="Montserrat"/>
              <a:cs typeface="Montserrat"/>
              <a:sym typeface="Montserrat"/>
            </a:endParaRPr>
          </a:p>
        </p:txBody>
      </p:sp>
      <p:cxnSp>
        <p:nvCxnSpPr>
          <p:cNvPr id="1052" name="Google Shape;1052;p63"/>
          <p:cNvCxnSpPr>
            <a:stCxn id="1024" idx="1"/>
            <a:endCxn id="1019" idx="0"/>
          </p:cNvCxnSpPr>
          <p:nvPr/>
        </p:nvCxnSpPr>
        <p:spPr>
          <a:xfrm flipH="1" rot="5400000">
            <a:off x="3419026" y="1042928"/>
            <a:ext cx="236700" cy="2803800"/>
          </a:xfrm>
          <a:prstGeom prst="bentConnector3">
            <a:avLst>
              <a:gd fmla="val 200581" name="adj1"/>
            </a:avLst>
          </a:prstGeom>
          <a:noFill/>
          <a:ln cap="flat" cmpd="sng" w="19050">
            <a:solidFill>
              <a:schemeClr val="lt1"/>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pic>
        <p:nvPicPr>
          <p:cNvPr id="1057" name="Google Shape;1057;p64"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pic>
        <p:nvPicPr>
          <p:cNvPr id="1058" name="Google Shape;1058;p64" title="success_rates_dark_mode.png"/>
          <p:cNvPicPr preferRelativeResize="0"/>
          <p:nvPr/>
        </p:nvPicPr>
        <p:blipFill>
          <a:blip r:embed="rId4">
            <a:alphaModFix/>
          </a:blip>
          <a:stretch>
            <a:fillRect/>
          </a:stretch>
        </p:blipFill>
        <p:spPr>
          <a:xfrm>
            <a:off x="742524" y="1173149"/>
            <a:ext cx="3080898" cy="3595274"/>
          </a:xfrm>
          <a:prstGeom prst="rect">
            <a:avLst/>
          </a:prstGeom>
          <a:noFill/>
          <a:ln>
            <a:noFill/>
          </a:ln>
        </p:spPr>
      </p:pic>
      <p:sp>
        <p:nvSpPr>
          <p:cNvPr id="1059" name="Google Shape;1059;p64"/>
          <p:cNvSpPr txBox="1"/>
          <p:nvPr>
            <p:ph type="title"/>
          </p:nvPr>
        </p:nvSpPr>
        <p:spPr>
          <a:xfrm>
            <a:off x="1297500" y="393750"/>
            <a:ext cx="34383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Results</a:t>
            </a:r>
            <a:r>
              <a:rPr lang="it">
                <a:latin typeface="Montserrat"/>
                <a:ea typeface="Montserrat"/>
                <a:cs typeface="Montserrat"/>
                <a:sym typeface="Montserrat"/>
              </a:rPr>
              <a:t> - success</a:t>
            </a:r>
            <a:endParaRPr>
              <a:latin typeface="Montserrat"/>
              <a:ea typeface="Montserrat"/>
              <a:cs typeface="Montserrat"/>
              <a:sym typeface="Montserrat"/>
            </a:endParaRPr>
          </a:p>
        </p:txBody>
      </p:sp>
      <p:pic>
        <p:nvPicPr>
          <p:cNvPr id="1060" name="Google Shape;1060;p64" title="similarity_metrics_dark_mode.png"/>
          <p:cNvPicPr preferRelativeResize="0"/>
          <p:nvPr/>
        </p:nvPicPr>
        <p:blipFill>
          <a:blip r:embed="rId5">
            <a:alphaModFix/>
          </a:blip>
          <a:stretch>
            <a:fillRect/>
          </a:stretch>
        </p:blipFill>
        <p:spPr>
          <a:xfrm>
            <a:off x="4960001" y="1146341"/>
            <a:ext cx="3080898" cy="3595259"/>
          </a:xfrm>
          <a:prstGeom prst="rect">
            <a:avLst/>
          </a:prstGeom>
          <a:noFill/>
          <a:ln>
            <a:noFill/>
          </a:ln>
        </p:spPr>
      </p:pic>
      <p:grpSp>
        <p:nvGrpSpPr>
          <p:cNvPr id="1061" name="Google Shape;1061;p64"/>
          <p:cNvGrpSpPr/>
          <p:nvPr/>
        </p:nvGrpSpPr>
        <p:grpSpPr>
          <a:xfrm>
            <a:off x="4986038" y="448314"/>
            <a:ext cx="2607125" cy="608700"/>
            <a:chOff x="4986038" y="448314"/>
            <a:chExt cx="2607125" cy="608700"/>
          </a:xfrm>
        </p:grpSpPr>
        <p:sp>
          <p:nvSpPr>
            <p:cNvPr id="1062" name="Google Shape;1062;p64"/>
            <p:cNvSpPr txBox="1"/>
            <p:nvPr/>
          </p:nvSpPr>
          <p:spPr>
            <a:xfrm>
              <a:off x="5500363" y="496385"/>
              <a:ext cx="2092800" cy="4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lt1"/>
                  </a:solidFill>
                  <a:latin typeface="Maven Pro"/>
                  <a:ea typeface="Maven Pro"/>
                  <a:cs typeface="Maven Pro"/>
                  <a:sym typeface="Maven Pro"/>
                </a:rPr>
                <a:t>Average Steps = 1</a:t>
              </a:r>
              <a:endParaRPr sz="1800">
                <a:solidFill>
                  <a:schemeClr val="lt1"/>
                </a:solidFill>
                <a:latin typeface="Maven Pro"/>
                <a:ea typeface="Maven Pro"/>
                <a:cs typeface="Maven Pro"/>
                <a:sym typeface="Maven Pro"/>
              </a:endParaRPr>
            </a:p>
          </p:txBody>
        </p:sp>
        <p:sp>
          <p:nvSpPr>
            <p:cNvPr id="1063" name="Google Shape;1063;p64"/>
            <p:cNvSpPr/>
            <p:nvPr/>
          </p:nvSpPr>
          <p:spPr>
            <a:xfrm>
              <a:off x="4986038" y="462785"/>
              <a:ext cx="549900" cy="516600"/>
            </a:xfrm>
            <a:prstGeom prst="triangle">
              <a:avLst>
                <a:gd fmla="val 50000" name="adj"/>
              </a:avLst>
            </a:prstGeom>
            <a:solidFill>
              <a:schemeClr val="lt2"/>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ven Pro"/>
                <a:ea typeface="Maven Pro"/>
                <a:cs typeface="Maven Pro"/>
                <a:sym typeface="Maven Pro"/>
              </a:endParaRPr>
            </a:p>
          </p:txBody>
        </p:sp>
        <p:sp>
          <p:nvSpPr>
            <p:cNvPr id="1064" name="Google Shape;1064;p64"/>
            <p:cNvSpPr txBox="1"/>
            <p:nvPr/>
          </p:nvSpPr>
          <p:spPr>
            <a:xfrm>
              <a:off x="5090925" y="448314"/>
              <a:ext cx="317100" cy="6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3100">
                  <a:solidFill>
                    <a:srgbClr val="F1C232"/>
                  </a:solidFill>
                  <a:latin typeface="Maven Pro"/>
                  <a:ea typeface="Maven Pro"/>
                  <a:cs typeface="Maven Pro"/>
                  <a:sym typeface="Maven Pro"/>
                </a:rPr>
                <a:t>!</a:t>
              </a:r>
              <a:endParaRPr sz="3100">
                <a:solidFill>
                  <a:srgbClr val="F1C232"/>
                </a:solidFill>
                <a:highlight>
                  <a:srgbClr val="F1C232"/>
                </a:highlight>
                <a:latin typeface="Maven Pro"/>
                <a:ea typeface="Maven Pro"/>
                <a:cs typeface="Maven Pro"/>
                <a:sym typeface="Maven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8"/>
                                        </p:tgtEl>
                                        <p:attrNameLst>
                                          <p:attrName>style.visibility</p:attrName>
                                        </p:attrNameLst>
                                      </p:cBhvr>
                                      <p:to>
                                        <p:strVal val="visible"/>
                                      </p:to>
                                    </p:set>
                                    <p:anim calcmode="lin" valueType="num">
                                      <p:cBhvr additive="base">
                                        <p:cTn dur="300"/>
                                        <p:tgtEl>
                                          <p:spTgt spid="105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0"/>
                                        </p:tgtEl>
                                        <p:attrNameLst>
                                          <p:attrName>style.visibility</p:attrName>
                                        </p:attrNameLst>
                                      </p:cBhvr>
                                      <p:to>
                                        <p:strVal val="visible"/>
                                      </p:to>
                                    </p:set>
                                    <p:anim calcmode="lin" valueType="num">
                                      <p:cBhvr additive="base">
                                        <p:cTn dur="300"/>
                                        <p:tgtEl>
                                          <p:spTgt spid="106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pic>
        <p:nvPicPr>
          <p:cNvPr id="1069" name="Google Shape;1069;p65"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pic>
        <p:nvPicPr>
          <p:cNvPr id="1070" name="Google Shape;1070;p65" title="actions_distribution.png"/>
          <p:cNvPicPr preferRelativeResize="0"/>
          <p:nvPr/>
        </p:nvPicPr>
        <p:blipFill>
          <a:blip r:embed="rId4">
            <a:alphaModFix/>
          </a:blip>
          <a:stretch>
            <a:fillRect/>
          </a:stretch>
        </p:blipFill>
        <p:spPr>
          <a:xfrm>
            <a:off x="1393225" y="1183100"/>
            <a:ext cx="5958926" cy="3775628"/>
          </a:xfrm>
          <a:prstGeom prst="rect">
            <a:avLst/>
          </a:prstGeom>
          <a:noFill/>
          <a:ln cap="flat" cmpd="sng" w="28575">
            <a:solidFill>
              <a:schemeClr val="dk2"/>
            </a:solidFill>
            <a:prstDash val="solid"/>
            <a:round/>
            <a:headEnd len="sm" w="sm" type="none"/>
            <a:tailEnd len="sm" w="sm" type="none"/>
          </a:ln>
        </p:spPr>
      </p:pic>
      <p:sp>
        <p:nvSpPr>
          <p:cNvPr id="1071" name="Google Shape;1071;p6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Results</a:t>
            </a:r>
            <a:r>
              <a:rPr lang="it">
                <a:latin typeface="Montserrat"/>
                <a:ea typeface="Montserrat"/>
                <a:cs typeface="Montserrat"/>
                <a:sym typeface="Montserrat"/>
              </a:rPr>
              <a:t> - best actions</a:t>
            </a:r>
            <a:endParaRPr>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pic>
        <p:nvPicPr>
          <p:cNvPr id="1076" name="Google Shape;1076;p66"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pic>
        <p:nvPicPr>
          <p:cNvPr id="1077" name="Google Shape;1077;p66" title="property_preservation.png"/>
          <p:cNvPicPr preferRelativeResize="0"/>
          <p:nvPr/>
        </p:nvPicPr>
        <p:blipFill>
          <a:blip r:embed="rId4">
            <a:alphaModFix/>
          </a:blip>
          <a:stretch>
            <a:fillRect/>
          </a:stretch>
        </p:blipFill>
        <p:spPr>
          <a:xfrm>
            <a:off x="267900" y="1506275"/>
            <a:ext cx="8631199" cy="2446225"/>
          </a:xfrm>
          <a:prstGeom prst="rect">
            <a:avLst/>
          </a:prstGeom>
          <a:noFill/>
          <a:ln cap="flat" cmpd="sng" w="28575">
            <a:solidFill>
              <a:schemeClr val="dk2"/>
            </a:solidFill>
            <a:prstDash val="solid"/>
            <a:round/>
            <a:headEnd len="sm" w="sm" type="none"/>
            <a:tailEnd len="sm" w="sm" type="none"/>
          </a:ln>
        </p:spPr>
      </p:pic>
      <p:sp>
        <p:nvSpPr>
          <p:cNvPr id="1078" name="Google Shape;1078;p6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Results</a:t>
            </a:r>
            <a:r>
              <a:rPr lang="it">
                <a:latin typeface="Montserrat"/>
                <a:ea typeface="Montserrat"/>
                <a:cs typeface="Montserrat"/>
                <a:sym typeface="Montserrat"/>
              </a:rPr>
              <a:t> - chemical properties</a:t>
            </a:r>
            <a:endParaRPr>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pic>
        <p:nvPicPr>
          <p:cNvPr id="1083" name="Google Shape;1083;p67"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pic>
        <p:nvPicPr>
          <p:cNvPr id="1084" name="Google Shape;1084;p67" title="scaffold_analysis.png"/>
          <p:cNvPicPr preferRelativeResize="0"/>
          <p:nvPr/>
        </p:nvPicPr>
        <p:blipFill>
          <a:blip r:embed="rId4">
            <a:alphaModFix/>
          </a:blip>
          <a:stretch>
            <a:fillRect/>
          </a:stretch>
        </p:blipFill>
        <p:spPr>
          <a:xfrm>
            <a:off x="1634125" y="1354050"/>
            <a:ext cx="5699576" cy="3237175"/>
          </a:xfrm>
          <a:prstGeom prst="rect">
            <a:avLst/>
          </a:prstGeom>
          <a:noFill/>
          <a:ln cap="flat" cmpd="sng" w="28575">
            <a:solidFill>
              <a:schemeClr val="dk2"/>
            </a:solidFill>
            <a:prstDash val="solid"/>
            <a:round/>
            <a:headEnd len="sm" w="sm" type="none"/>
            <a:tailEnd len="sm" w="sm" type="none"/>
          </a:ln>
        </p:spPr>
      </p:pic>
      <p:sp>
        <p:nvSpPr>
          <p:cNvPr id="1085" name="Google Shape;1085;p6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Montserrat"/>
                <a:ea typeface="Montserrat"/>
                <a:cs typeface="Montserrat"/>
                <a:sym typeface="Montserrat"/>
              </a:rPr>
              <a:t>Results</a:t>
            </a:r>
            <a:r>
              <a:rPr lang="it">
                <a:latin typeface="Montserrat"/>
                <a:ea typeface="Montserrat"/>
                <a:cs typeface="Montserrat"/>
                <a:sym typeface="Montserrat"/>
              </a:rPr>
              <a:t> - topology</a:t>
            </a:r>
            <a:endParaRPr>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68"/>
          <p:cNvSpPr txBox="1"/>
          <p:nvPr/>
        </p:nvSpPr>
        <p:spPr>
          <a:xfrm>
            <a:off x="3072000" y="2171550"/>
            <a:ext cx="30000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4000">
                <a:solidFill>
                  <a:schemeClr val="lt1"/>
                </a:solidFill>
                <a:latin typeface="Montserrat Light"/>
                <a:ea typeface="Montserrat Light"/>
                <a:cs typeface="Montserrat Light"/>
                <a:sym typeface="Montserrat Light"/>
              </a:rPr>
              <a:t>Thank you</a:t>
            </a:r>
            <a:endParaRPr/>
          </a:p>
        </p:txBody>
      </p:sp>
      <p:pic>
        <p:nvPicPr>
          <p:cNvPr id="1091" name="Google Shape;1091;p68"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69"/>
          <p:cNvSpPr txBox="1"/>
          <p:nvPr/>
        </p:nvSpPr>
        <p:spPr>
          <a:xfrm>
            <a:off x="255000" y="1545000"/>
            <a:ext cx="8212200" cy="3562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it" sz="1000">
                <a:solidFill>
                  <a:schemeClr val="lt1"/>
                </a:solidFill>
                <a:latin typeface="Montserrat"/>
                <a:ea typeface="Montserrat"/>
                <a:cs typeface="Montserrat"/>
                <a:sym typeface="Montserrat"/>
              </a:rPr>
              <a:t>Molecular Generation with RL:</a:t>
            </a:r>
            <a:endParaRPr b="1" sz="1000">
              <a:solidFill>
                <a:schemeClr val="lt1"/>
              </a:solidFill>
              <a:latin typeface="Montserrat"/>
              <a:ea typeface="Montserrat"/>
              <a:cs typeface="Montserrat"/>
              <a:sym typeface="Montserrat"/>
            </a:endParaRPr>
          </a:p>
          <a:p>
            <a:pPr indent="-279400" lvl="0" marL="457200" rtl="0" algn="just">
              <a:lnSpc>
                <a:spcPct val="150000"/>
              </a:lnSpc>
              <a:spcBef>
                <a:spcPts val="0"/>
              </a:spcBef>
              <a:spcAft>
                <a:spcPts val="0"/>
              </a:spcAft>
              <a:buClr>
                <a:schemeClr val="lt1"/>
              </a:buClr>
              <a:buSzPts val="800"/>
              <a:buFont typeface="Montserrat Medium"/>
              <a:buChar char="●"/>
            </a:pPr>
            <a:r>
              <a:rPr lang="it" sz="800">
                <a:solidFill>
                  <a:schemeClr val="lt1"/>
                </a:solidFill>
                <a:latin typeface="Montserrat Medium"/>
                <a:ea typeface="Montserrat Medium"/>
                <a:cs typeface="Montserrat Medium"/>
                <a:sym typeface="Montserrat Medium"/>
              </a:rPr>
              <a:t>D. Numeroso and D. Bacciu, "MEG: Generating Molecular Counterfactual Explanations for Deep Graph Networks," in </a:t>
            </a:r>
            <a:r>
              <a:rPr i="1" lang="it" sz="800">
                <a:solidFill>
                  <a:schemeClr val="lt1"/>
                </a:solidFill>
                <a:latin typeface="Montserrat Medium"/>
                <a:ea typeface="Montserrat Medium"/>
                <a:cs typeface="Montserrat Medium"/>
                <a:sym typeface="Montserrat Medium"/>
              </a:rPr>
              <a:t>2021 International Joint Conference on Neural Networks (IJCNN)</a:t>
            </a:r>
            <a:r>
              <a:rPr lang="it" sz="800">
                <a:solidFill>
                  <a:schemeClr val="lt1"/>
                </a:solidFill>
                <a:latin typeface="Montserrat Medium"/>
                <a:ea typeface="Montserrat Medium"/>
                <a:cs typeface="Montserrat Medium"/>
                <a:sym typeface="Montserrat Medium"/>
              </a:rPr>
              <a:t>, Shenzhen, China, 2021, pp. 1-8.</a:t>
            </a:r>
            <a:endParaRPr sz="800">
              <a:solidFill>
                <a:schemeClr val="lt1"/>
              </a:solidFill>
              <a:latin typeface="Montserrat Medium"/>
              <a:ea typeface="Montserrat Medium"/>
              <a:cs typeface="Montserrat Medium"/>
              <a:sym typeface="Montserrat Medium"/>
            </a:endParaRPr>
          </a:p>
          <a:p>
            <a:pPr indent="-279400" lvl="0" marL="457200" rtl="0" algn="just">
              <a:lnSpc>
                <a:spcPct val="150000"/>
              </a:lnSpc>
              <a:spcBef>
                <a:spcPts val="0"/>
              </a:spcBef>
              <a:spcAft>
                <a:spcPts val="0"/>
              </a:spcAft>
              <a:buClr>
                <a:schemeClr val="lt1"/>
              </a:buClr>
              <a:buSzPts val="800"/>
              <a:buFont typeface="Montserrat Medium"/>
              <a:buChar char="●"/>
            </a:pPr>
            <a:r>
              <a:rPr lang="it" sz="800">
                <a:solidFill>
                  <a:schemeClr val="lt1"/>
                </a:solidFill>
                <a:latin typeface="Montserrat Medium"/>
                <a:ea typeface="Montserrat Medium"/>
                <a:cs typeface="Montserrat Medium"/>
                <a:sym typeface="Montserrat Medium"/>
              </a:rPr>
              <a:t>M. Goel, S. Raghunathan, S. Laghuvarapu, and U. D. Priyakumar, "MoleGuLAR: Molecule Generation Using Reinforcement Learning with Alternating Rewards," </a:t>
            </a:r>
            <a:r>
              <a:rPr i="1" lang="it" sz="800">
                <a:solidFill>
                  <a:schemeClr val="lt1"/>
                </a:solidFill>
                <a:latin typeface="Montserrat Medium"/>
                <a:ea typeface="Montserrat Medium"/>
                <a:cs typeface="Montserrat Medium"/>
                <a:sym typeface="Montserrat Medium"/>
              </a:rPr>
              <a:t>J. Chem. Inf. Model.</a:t>
            </a:r>
            <a:r>
              <a:rPr lang="it" sz="800">
                <a:solidFill>
                  <a:schemeClr val="lt1"/>
                </a:solidFill>
                <a:latin typeface="Montserrat Medium"/>
                <a:ea typeface="Montserrat Medium"/>
                <a:cs typeface="Montserrat Medium"/>
                <a:sym typeface="Montserrat Medium"/>
              </a:rPr>
              <a:t>, vol. 61, no. 12, pp. 5815–5826, Dec. 2021.</a:t>
            </a:r>
            <a:endParaRPr sz="800">
              <a:solidFill>
                <a:schemeClr val="lt1"/>
              </a:solidFill>
              <a:latin typeface="Montserrat Medium"/>
              <a:ea typeface="Montserrat Medium"/>
              <a:cs typeface="Montserrat Medium"/>
              <a:sym typeface="Montserrat Medium"/>
            </a:endParaRPr>
          </a:p>
          <a:p>
            <a:pPr indent="-279400" lvl="0" marL="457200" rtl="0" algn="just">
              <a:lnSpc>
                <a:spcPct val="150000"/>
              </a:lnSpc>
              <a:spcBef>
                <a:spcPts val="0"/>
              </a:spcBef>
              <a:spcAft>
                <a:spcPts val="0"/>
              </a:spcAft>
              <a:buClr>
                <a:schemeClr val="lt1"/>
              </a:buClr>
              <a:buSzPts val="800"/>
              <a:buFont typeface="Montserrat Medium"/>
              <a:buChar char="●"/>
            </a:pPr>
            <a:r>
              <a:rPr lang="it" sz="800">
                <a:solidFill>
                  <a:schemeClr val="lt1"/>
                </a:solidFill>
                <a:latin typeface="Montserrat Medium"/>
                <a:ea typeface="Montserrat Medium"/>
                <a:cs typeface="Montserrat Medium"/>
                <a:sym typeface="Montserrat Medium"/>
              </a:rPr>
              <a:t>Z. Zhou, S. Kearnes, L. Li, R. N. Zare, and P. Riley, "Optimization of Molecules via Deep Reinforcement Learning," </a:t>
            </a:r>
            <a:r>
              <a:rPr i="1" lang="it" sz="800">
                <a:solidFill>
                  <a:schemeClr val="lt1"/>
                </a:solidFill>
                <a:latin typeface="Montserrat Medium"/>
                <a:ea typeface="Montserrat Medium"/>
                <a:cs typeface="Montserrat Medium"/>
                <a:sym typeface="Montserrat Medium"/>
              </a:rPr>
              <a:t>Sci. Rep.</a:t>
            </a:r>
            <a:r>
              <a:rPr lang="it" sz="800">
                <a:solidFill>
                  <a:schemeClr val="lt1"/>
                </a:solidFill>
                <a:latin typeface="Montserrat Medium"/>
                <a:ea typeface="Montserrat Medium"/>
                <a:cs typeface="Montserrat Medium"/>
                <a:sym typeface="Montserrat Medium"/>
              </a:rPr>
              <a:t>, vol. 9, no. 1, Art. no. 10752, 2019.</a:t>
            </a:r>
            <a:endParaRPr sz="800">
              <a:solidFill>
                <a:schemeClr val="lt1"/>
              </a:solidFill>
              <a:latin typeface="Montserrat Medium"/>
              <a:ea typeface="Montserrat Medium"/>
              <a:cs typeface="Montserrat Medium"/>
              <a:sym typeface="Montserrat Medium"/>
            </a:endParaRPr>
          </a:p>
          <a:p>
            <a:pPr indent="0" lvl="0" marL="0" rtl="0" algn="just">
              <a:lnSpc>
                <a:spcPct val="150000"/>
              </a:lnSpc>
              <a:spcBef>
                <a:spcPts val="0"/>
              </a:spcBef>
              <a:spcAft>
                <a:spcPts val="0"/>
              </a:spcAft>
              <a:buNone/>
            </a:pPr>
            <a:r>
              <a:rPr lang="it" sz="800">
                <a:solidFill>
                  <a:schemeClr val="lt1"/>
                </a:solidFill>
                <a:latin typeface="Montserrat Medium"/>
                <a:ea typeface="Montserrat Medium"/>
                <a:cs typeface="Montserrat Medium"/>
                <a:sym typeface="Montserrat Medium"/>
              </a:rPr>
              <a:t>    </a:t>
            </a:r>
            <a:endParaRPr sz="800">
              <a:solidFill>
                <a:schemeClr val="lt1"/>
              </a:solidFill>
              <a:latin typeface="Montserrat Medium"/>
              <a:ea typeface="Montserrat Medium"/>
              <a:cs typeface="Montserrat Medium"/>
              <a:sym typeface="Montserrat Medium"/>
            </a:endParaRPr>
          </a:p>
          <a:p>
            <a:pPr indent="0" lvl="0" marL="0" rtl="0" algn="just">
              <a:lnSpc>
                <a:spcPct val="150000"/>
              </a:lnSpc>
              <a:spcBef>
                <a:spcPts val="0"/>
              </a:spcBef>
              <a:spcAft>
                <a:spcPts val="0"/>
              </a:spcAft>
              <a:buNone/>
            </a:pPr>
            <a:r>
              <a:rPr b="1" lang="it" sz="1000">
                <a:solidFill>
                  <a:schemeClr val="lt1"/>
                </a:solidFill>
                <a:latin typeface="Montserrat"/>
                <a:ea typeface="Montserrat"/>
                <a:cs typeface="Montserrat"/>
                <a:sym typeface="Montserrat"/>
              </a:rPr>
              <a:t>Explainable AI and CounterFactual theory:</a:t>
            </a:r>
            <a:endParaRPr b="1" sz="1000">
              <a:solidFill>
                <a:schemeClr val="lt1"/>
              </a:solidFill>
              <a:latin typeface="Montserrat"/>
              <a:ea typeface="Montserrat"/>
              <a:cs typeface="Montserrat"/>
              <a:sym typeface="Montserrat"/>
            </a:endParaRPr>
          </a:p>
          <a:p>
            <a:pPr indent="-279400" lvl="0" marL="457200" rtl="0" algn="just">
              <a:lnSpc>
                <a:spcPct val="150000"/>
              </a:lnSpc>
              <a:spcBef>
                <a:spcPts val="0"/>
              </a:spcBef>
              <a:spcAft>
                <a:spcPts val="0"/>
              </a:spcAft>
              <a:buClr>
                <a:schemeClr val="lt1"/>
              </a:buClr>
              <a:buSzPts val="800"/>
              <a:buFont typeface="Montserrat Medium"/>
              <a:buChar char="●"/>
            </a:pPr>
            <a:r>
              <a:rPr lang="it" sz="800">
                <a:solidFill>
                  <a:schemeClr val="lt1"/>
                </a:solidFill>
                <a:latin typeface="Montserrat Medium"/>
                <a:ea typeface="Montserrat Medium"/>
                <a:cs typeface="Montserrat Medium"/>
                <a:sym typeface="Montserrat Medium"/>
              </a:rPr>
              <a:t>RexYing, Dylan Bourgeois, Jiaxuan You, Marinka Zitnik, and Jure Leskovec. Gnnexplainer: Generating explanations for graph neural networks, 2019.</a:t>
            </a:r>
            <a:endParaRPr sz="800">
              <a:solidFill>
                <a:schemeClr val="lt1"/>
              </a:solidFill>
              <a:latin typeface="Montserrat Medium"/>
              <a:ea typeface="Montserrat Medium"/>
              <a:cs typeface="Montserrat Medium"/>
              <a:sym typeface="Montserrat Medium"/>
            </a:endParaRPr>
          </a:p>
          <a:p>
            <a:pPr indent="-279400" lvl="0" marL="457200" rtl="0" algn="just">
              <a:lnSpc>
                <a:spcPct val="150000"/>
              </a:lnSpc>
              <a:spcBef>
                <a:spcPts val="0"/>
              </a:spcBef>
              <a:spcAft>
                <a:spcPts val="0"/>
              </a:spcAft>
              <a:buClr>
                <a:schemeClr val="lt1"/>
              </a:buClr>
              <a:buSzPts val="800"/>
              <a:buFont typeface="Montserrat Medium"/>
              <a:buChar char="●"/>
            </a:pPr>
            <a:r>
              <a:rPr lang="it" sz="800">
                <a:solidFill>
                  <a:schemeClr val="lt1"/>
                </a:solidFill>
                <a:latin typeface="Montserrat Medium"/>
                <a:ea typeface="Montserrat Medium"/>
                <a:cs typeface="Montserrat Medium"/>
                <a:sym typeface="Montserrat Medium"/>
              </a:rPr>
              <a:t>Sandra Wachter, Brent Mittelstadt, and Chris Russell. Counterfactual explanations without opening the black box: Automated decisions and the gdpr, 2018.</a:t>
            </a:r>
            <a:endParaRPr sz="800">
              <a:solidFill>
                <a:schemeClr val="lt1"/>
              </a:solidFill>
              <a:latin typeface="Montserrat Medium"/>
              <a:ea typeface="Montserrat Medium"/>
              <a:cs typeface="Montserrat Medium"/>
              <a:sym typeface="Montserrat Medium"/>
            </a:endParaRPr>
          </a:p>
          <a:p>
            <a:pPr indent="0" lvl="0" marL="0" rtl="0" algn="just">
              <a:lnSpc>
                <a:spcPct val="150000"/>
              </a:lnSpc>
              <a:spcBef>
                <a:spcPts val="0"/>
              </a:spcBef>
              <a:spcAft>
                <a:spcPts val="0"/>
              </a:spcAft>
              <a:buNone/>
            </a:pPr>
            <a:r>
              <a:rPr lang="it" sz="800">
                <a:solidFill>
                  <a:schemeClr val="lt1"/>
                </a:solidFill>
                <a:latin typeface="Montserrat Medium"/>
                <a:ea typeface="Montserrat Medium"/>
                <a:cs typeface="Montserrat Medium"/>
                <a:sym typeface="Montserrat Medium"/>
              </a:rPr>
              <a:t>    </a:t>
            </a:r>
            <a:endParaRPr sz="800">
              <a:solidFill>
                <a:schemeClr val="lt1"/>
              </a:solidFill>
              <a:latin typeface="Montserrat Medium"/>
              <a:ea typeface="Montserrat Medium"/>
              <a:cs typeface="Montserrat Medium"/>
              <a:sym typeface="Montserrat Medium"/>
            </a:endParaRPr>
          </a:p>
          <a:p>
            <a:pPr indent="0" lvl="0" marL="0" rtl="0" algn="just">
              <a:lnSpc>
                <a:spcPct val="150000"/>
              </a:lnSpc>
              <a:spcBef>
                <a:spcPts val="0"/>
              </a:spcBef>
              <a:spcAft>
                <a:spcPts val="0"/>
              </a:spcAft>
              <a:buNone/>
            </a:pPr>
            <a:r>
              <a:rPr b="1" lang="it" sz="1000">
                <a:solidFill>
                  <a:schemeClr val="lt1"/>
                </a:solidFill>
                <a:latin typeface="Montserrat"/>
                <a:ea typeface="Montserrat"/>
                <a:cs typeface="Montserrat"/>
                <a:sym typeface="Montserrat"/>
              </a:rPr>
              <a:t>Deep Graph Networks:</a:t>
            </a:r>
            <a:endParaRPr b="1" sz="1000">
              <a:solidFill>
                <a:schemeClr val="lt1"/>
              </a:solidFill>
              <a:latin typeface="Montserrat"/>
              <a:ea typeface="Montserrat"/>
              <a:cs typeface="Montserrat"/>
              <a:sym typeface="Montserrat"/>
            </a:endParaRPr>
          </a:p>
          <a:p>
            <a:pPr indent="-279400" lvl="0" marL="457200" rtl="0" algn="just">
              <a:lnSpc>
                <a:spcPct val="150000"/>
              </a:lnSpc>
              <a:spcBef>
                <a:spcPts val="0"/>
              </a:spcBef>
              <a:spcAft>
                <a:spcPts val="0"/>
              </a:spcAft>
              <a:buClr>
                <a:schemeClr val="lt1"/>
              </a:buClr>
              <a:buSzPts val="800"/>
              <a:buFont typeface="Montserrat Medium"/>
              <a:buChar char="●"/>
            </a:pPr>
            <a:r>
              <a:rPr lang="it" sz="800">
                <a:solidFill>
                  <a:schemeClr val="lt1"/>
                </a:solidFill>
                <a:latin typeface="Montserrat Medium"/>
                <a:ea typeface="Montserrat Medium"/>
                <a:cs typeface="Montserrat Medium"/>
                <a:sym typeface="Montserrat Medium"/>
              </a:rPr>
              <a:t>A. Micheli. Neural network for graphs: A contextual constructive approach. IEEE Transactions on Neural Networks, 20(3):498–511, 2009.</a:t>
            </a:r>
            <a:endParaRPr sz="800">
              <a:solidFill>
                <a:schemeClr val="lt1"/>
              </a:solidFill>
              <a:latin typeface="Montserrat Medium"/>
              <a:ea typeface="Montserrat Medium"/>
              <a:cs typeface="Montserrat Medium"/>
              <a:sym typeface="Montserrat Medium"/>
            </a:endParaRPr>
          </a:p>
          <a:p>
            <a:pPr indent="-279400" lvl="0" marL="457200" rtl="0" algn="just">
              <a:lnSpc>
                <a:spcPct val="150000"/>
              </a:lnSpc>
              <a:spcBef>
                <a:spcPts val="0"/>
              </a:spcBef>
              <a:spcAft>
                <a:spcPts val="0"/>
              </a:spcAft>
              <a:buClr>
                <a:schemeClr val="lt1"/>
              </a:buClr>
              <a:buSzPts val="800"/>
              <a:buFont typeface="Montserrat Medium"/>
              <a:buChar char="●"/>
            </a:pPr>
            <a:r>
              <a:rPr lang="it" sz="800">
                <a:solidFill>
                  <a:schemeClr val="lt1"/>
                </a:solidFill>
                <a:latin typeface="Montserrat Medium"/>
                <a:ea typeface="Montserrat Medium"/>
                <a:cs typeface="Montserrat Medium"/>
                <a:sym typeface="Montserrat Medium"/>
              </a:rPr>
              <a:t>Justin Gilmer, Samuel S. Schoenholz, Patrick F. Riley, Oriol Vinyals, and George E. Dahl. Neural message passing for quantum chemistry. volume 70 of Proceedings of Machine Learning Research, pages 1263– 1272, International Convention Centre, Sydney, Australia, 06–11 Aug 2017. PMLR.</a:t>
            </a:r>
            <a:endParaRPr sz="800">
              <a:solidFill>
                <a:schemeClr val="lt1"/>
              </a:solidFill>
              <a:latin typeface="Montserrat Medium"/>
              <a:ea typeface="Montserrat Medium"/>
              <a:cs typeface="Montserrat Medium"/>
              <a:sym typeface="Montserrat Medium"/>
            </a:endParaRPr>
          </a:p>
        </p:txBody>
      </p:sp>
      <p:pic>
        <p:nvPicPr>
          <p:cNvPr id="1097" name="Google Shape;1097;p69" title="white_symbol.png"/>
          <p:cNvPicPr preferRelativeResize="0"/>
          <p:nvPr/>
        </p:nvPicPr>
        <p:blipFill rotWithShape="1">
          <a:blip r:embed="rId3">
            <a:alphaModFix/>
          </a:blip>
          <a:srcRect b="0" l="0" r="0" t="0"/>
          <a:stretch/>
        </p:blipFill>
        <p:spPr>
          <a:xfrm>
            <a:off x="8366304" y="4414823"/>
            <a:ext cx="655776" cy="608725"/>
          </a:xfrm>
          <a:prstGeom prst="rect">
            <a:avLst/>
          </a:prstGeom>
          <a:noFill/>
          <a:ln>
            <a:noFill/>
          </a:ln>
        </p:spPr>
      </p:pic>
      <p:sp>
        <p:nvSpPr>
          <p:cNvPr id="1098" name="Google Shape;1098;p69"/>
          <p:cNvSpPr txBox="1"/>
          <p:nvPr>
            <p:ph type="title"/>
          </p:nvPr>
        </p:nvSpPr>
        <p:spPr>
          <a:xfrm>
            <a:off x="255000" y="4312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latin typeface="Montserrat"/>
                <a:ea typeface="Montserrat"/>
                <a:cs typeface="Montserrat"/>
                <a:sym typeface="Montserrat"/>
              </a:rPr>
              <a:t>References</a:t>
            </a:r>
            <a:endParaRPr>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Artificial Intelligence in Chemistry Services Company Profile by Slidesgo">
  <a:themeElements>
    <a:clrScheme name="Simple Light">
      <a:dk1>
        <a:srgbClr val="000000"/>
      </a:dk1>
      <a:lt1>
        <a:srgbClr val="FFFFFF"/>
      </a:lt1>
      <a:dk2>
        <a:srgbClr val="F60863"/>
      </a:dk2>
      <a:lt2>
        <a:srgbClr val="11000B"/>
      </a:lt2>
      <a:accent1>
        <a:srgbClr val="41046C"/>
      </a:accent1>
      <a:accent2>
        <a:srgbClr val="D16D0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